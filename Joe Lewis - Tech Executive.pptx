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1" r:id="rId1"/>
  </p:sldMasterIdLst>
  <p:notesMasterIdLst>
    <p:notesMasterId r:id="rId4"/>
  </p:notesMasterIdLst>
  <p:sldIdLst>
    <p:sldId id="322" r:id="rId2"/>
    <p:sldId id="484" r:id="rId3"/>
  </p:sldIdLst>
  <p:sldSz cx="12192000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65"/>
    <a:srgbClr val="3F0065"/>
    <a:srgbClr val="007BB8"/>
    <a:srgbClr val="004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>
        <p:scale>
          <a:sx n="125" d="100"/>
          <a:sy n="125" d="100"/>
        </p:scale>
        <p:origin x="-2011" y="-24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, Joe" userId="059fa1cb-c9f4-401b-9c99-e7fef5354026" providerId="ADAL" clId="{DAEC42DD-48B6-4E3D-923A-7109C6320628}"/>
    <pc:docChg chg="undo custSel modSld modMainMaster modNotesMaster">
      <pc:chgData name="Lewis, Joe" userId="059fa1cb-c9f4-401b-9c99-e7fef5354026" providerId="ADAL" clId="{DAEC42DD-48B6-4E3D-923A-7109C6320628}" dt="2025-08-03T18:51:17.537" v="890" actId="1036"/>
      <pc:docMkLst>
        <pc:docMk/>
      </pc:docMkLst>
      <pc:sldChg chg="addSp delSp modSp mod">
        <pc:chgData name="Lewis, Joe" userId="059fa1cb-c9f4-401b-9c99-e7fef5354026" providerId="ADAL" clId="{DAEC42DD-48B6-4E3D-923A-7109C6320628}" dt="2025-08-03T18:50:22.948" v="861" actId="1036"/>
        <pc:sldMkLst>
          <pc:docMk/>
          <pc:sldMk cId="2014050304" sldId="322"/>
        </pc:sldMkLst>
      </pc:sldChg>
      <pc:sldChg chg="modSp mod">
        <pc:chgData name="Lewis, Joe" userId="059fa1cb-c9f4-401b-9c99-e7fef5354026" providerId="ADAL" clId="{DAEC42DD-48B6-4E3D-923A-7109C6320628}" dt="2025-08-03T18:51:17.537" v="890" actId="1036"/>
        <pc:sldMkLst>
          <pc:docMk/>
          <pc:sldMk cId="1466828776" sldId="484"/>
        </pc:sldMkLst>
      </pc:sldChg>
      <pc:sldChg chg="addSp modSp">
        <pc:chgData name="Lewis, Joe" userId="059fa1cb-c9f4-401b-9c99-e7fef5354026" providerId="ADAL" clId="{DAEC42DD-48B6-4E3D-923A-7109C6320628}" dt="2025-08-03T18:28:41.010" v="53"/>
        <pc:sldMkLst>
          <pc:docMk/>
          <pc:sldMk cId="4216941067" sldId="485"/>
        </pc:sldMkLst>
      </pc:sldChg>
      <pc:sldMasterChg chg="modSldLayout">
        <pc:chgData name="Lewis, Joe" userId="059fa1cb-c9f4-401b-9c99-e7fef5354026" providerId="ADAL" clId="{DAEC42DD-48B6-4E3D-923A-7109C6320628}" dt="2025-08-03T18:28:41.010" v="53"/>
        <pc:sldMasterMkLst>
          <pc:docMk/>
          <pc:sldMasterMk cId="1252917971" sldId="2147483691"/>
        </pc:sldMasterMkLst>
        <pc:sldLayoutChg chg="modSp">
          <pc:chgData name="Lewis, Joe" userId="059fa1cb-c9f4-401b-9c99-e7fef5354026" providerId="ADAL" clId="{DAEC42DD-48B6-4E3D-923A-7109C6320628}" dt="2025-08-03T18:28:41.010" v="53"/>
          <pc:sldLayoutMkLst>
            <pc:docMk/>
            <pc:sldMasterMk cId="1252917971" sldId="2147483691"/>
            <pc:sldLayoutMk cId="1665949887" sldId="2147483841"/>
          </pc:sldLayoutMkLst>
        </pc:sldLayoutChg>
      </pc:sldMasterChg>
      <pc:sldMasterChg chg="modSldLayout">
        <pc:chgData name="Lewis, Joe" userId="059fa1cb-c9f4-401b-9c99-e7fef5354026" providerId="ADAL" clId="{DAEC42DD-48B6-4E3D-923A-7109C6320628}" dt="2025-08-03T18:40:00.521" v="407" actId="207"/>
        <pc:sldMasterMkLst>
          <pc:docMk/>
          <pc:sldMasterMk cId="2330243041" sldId="2147483857"/>
        </pc:sldMasterMkLst>
        <pc:sldLayoutChg chg="modSp mod">
          <pc:chgData name="Lewis, Joe" userId="059fa1cb-c9f4-401b-9c99-e7fef5354026" providerId="ADAL" clId="{DAEC42DD-48B6-4E3D-923A-7109C6320628}" dt="2025-08-03T18:40:00.521" v="407" actId="207"/>
          <pc:sldLayoutMkLst>
            <pc:docMk/>
            <pc:sldMasterMk cId="2330243041" sldId="2147483857"/>
            <pc:sldLayoutMk cId="2032466792" sldId="2147483870"/>
          </pc:sldLayoutMkLst>
        </pc:sldLayoutChg>
      </pc:sldMasterChg>
    </pc:docChg>
  </pc:docChgLst>
  <pc:docChgLst>
    <pc:chgData name="Lewis, Joe" userId="059fa1cb-c9f4-401b-9c99-e7fef5354026" providerId="ADAL" clId="{D6D90C4F-1803-4A43-B43F-A24E528DFD1D}"/>
    <pc:docChg chg="undo custSel modSld">
      <pc:chgData name="Lewis, Joe" userId="059fa1cb-c9f4-401b-9c99-e7fef5354026" providerId="ADAL" clId="{D6D90C4F-1803-4A43-B43F-A24E528DFD1D}" dt="2025-03-06T13:24:42.635" v="87" actId="1036"/>
      <pc:docMkLst>
        <pc:docMk/>
      </pc:docMkLst>
      <pc:sldChg chg="modSp mod">
        <pc:chgData name="Lewis, Joe" userId="059fa1cb-c9f4-401b-9c99-e7fef5354026" providerId="ADAL" clId="{D6D90C4F-1803-4A43-B43F-A24E528DFD1D}" dt="2025-03-06T13:24:42.635" v="87" actId="1036"/>
        <pc:sldMkLst>
          <pc:docMk/>
          <pc:sldMk cId="2014050304" sldId="322"/>
        </pc:sldMkLst>
      </pc:sldChg>
      <pc:sldChg chg="modSp mod">
        <pc:chgData name="Lewis, Joe" userId="059fa1cb-c9f4-401b-9c99-e7fef5354026" providerId="ADAL" clId="{D6D90C4F-1803-4A43-B43F-A24E528DFD1D}" dt="2025-03-03T12:26:34.345" v="9" actId="20577"/>
        <pc:sldMkLst>
          <pc:docMk/>
          <pc:sldMk cId="1466828776" sldId="484"/>
        </pc:sldMkLst>
      </pc:sldChg>
    </pc:docChg>
  </pc:docChgLst>
  <pc:docChgLst>
    <pc:chgData name="Lewis, Joe" userId="059fa1cb-c9f4-401b-9c99-e7fef5354026" providerId="ADAL" clId="{81E73A79-2E12-4DA3-A37E-012DDD138B56}"/>
    <pc:docChg chg="modSld">
      <pc:chgData name="Lewis, Joe" userId="059fa1cb-c9f4-401b-9c99-e7fef5354026" providerId="ADAL" clId="{81E73A79-2E12-4DA3-A37E-012DDD138B56}" dt="2025-03-02T10:48:38.041" v="136" actId="20577"/>
      <pc:docMkLst>
        <pc:docMk/>
      </pc:docMkLst>
      <pc:sldChg chg="modSp mod">
        <pc:chgData name="Lewis, Joe" userId="059fa1cb-c9f4-401b-9c99-e7fef5354026" providerId="ADAL" clId="{81E73A79-2E12-4DA3-A37E-012DDD138B56}" dt="2025-03-02T10:48:38.041" v="136" actId="20577"/>
        <pc:sldMkLst>
          <pc:docMk/>
          <pc:sldMk cId="1466828776" sldId="484"/>
        </pc:sldMkLst>
      </pc:sldChg>
    </pc:docChg>
  </pc:docChgLst>
  <pc:docChgLst>
    <pc:chgData name="Lewis, Joe" userId="059fa1cb-c9f4-401b-9c99-e7fef5354026" providerId="ADAL" clId="{91E9B443-4615-4887-9303-DA2608C65D10}"/>
    <pc:docChg chg="undo redo custSel addSld delSld modSld modMainMaster modNotesMaster">
      <pc:chgData name="Lewis, Joe" userId="059fa1cb-c9f4-401b-9c99-e7fef5354026" providerId="ADAL" clId="{91E9B443-4615-4887-9303-DA2608C65D10}" dt="2025-07-07T20:24:02.472" v="2458" actId="14100"/>
      <pc:docMkLst>
        <pc:docMk/>
      </pc:docMkLst>
      <pc:sldChg chg="addSp delSp modSp mod">
        <pc:chgData name="Lewis, Joe" userId="059fa1cb-c9f4-401b-9c99-e7fef5354026" providerId="ADAL" clId="{91E9B443-4615-4887-9303-DA2608C65D10}" dt="2025-07-07T20:24:02.472" v="2458" actId="14100"/>
        <pc:sldMkLst>
          <pc:docMk/>
          <pc:sldMk cId="2014050304" sldId="322"/>
        </pc:sldMkLst>
      </pc:sldChg>
      <pc:sldChg chg="addSp delSp modSp mod">
        <pc:chgData name="Lewis, Joe" userId="059fa1cb-c9f4-401b-9c99-e7fef5354026" providerId="ADAL" clId="{91E9B443-4615-4887-9303-DA2608C65D10}" dt="2025-07-07T19:45:56.829" v="2344" actId="20577"/>
        <pc:sldMkLst>
          <pc:docMk/>
          <pc:sldMk cId="1466828776" sldId="484"/>
        </pc:sldMkLst>
      </pc:sldChg>
      <pc:sldChg chg="delSp modSp new del mod">
        <pc:chgData name="Lewis, Joe" userId="059fa1cb-c9f4-401b-9c99-e7fef5354026" providerId="ADAL" clId="{91E9B443-4615-4887-9303-DA2608C65D10}" dt="2025-07-03T09:59:09.625" v="767" actId="47"/>
        <pc:sldMkLst>
          <pc:docMk/>
          <pc:sldMk cId="572565566" sldId="485"/>
        </pc:sldMkLst>
      </pc:sldChg>
      <pc:sldChg chg="addSp delSp modSp new mod">
        <pc:chgData name="Lewis, Joe" userId="059fa1cb-c9f4-401b-9c99-e7fef5354026" providerId="ADAL" clId="{91E9B443-4615-4887-9303-DA2608C65D10}" dt="2025-07-03T14:55:46.989" v="1593" actId="6549"/>
        <pc:sldMkLst>
          <pc:docMk/>
          <pc:sldMk cId="4216941067" sldId="485"/>
        </pc:sldMkLst>
      </pc:sldChg>
      <pc:sldMasterChg chg="modSldLayout">
        <pc:chgData name="Lewis, Joe" userId="059fa1cb-c9f4-401b-9c99-e7fef5354026" providerId="ADAL" clId="{91E9B443-4615-4887-9303-DA2608C65D10}" dt="2025-07-03T14:56:12.797" v="1597" actId="478"/>
        <pc:sldMasterMkLst>
          <pc:docMk/>
          <pc:sldMasterMk cId="1252917971" sldId="2147483691"/>
        </pc:sldMasterMkLst>
        <pc:sldLayoutChg chg="modSp">
          <pc:chgData name="Lewis, Joe" userId="059fa1cb-c9f4-401b-9c99-e7fef5354026" providerId="ADAL" clId="{91E9B443-4615-4887-9303-DA2608C65D10}" dt="2025-07-03T09:57:15.501" v="766"/>
          <pc:sldLayoutMkLst>
            <pc:docMk/>
            <pc:sldMasterMk cId="1252917971" sldId="2147483691"/>
            <pc:sldLayoutMk cId="1665949887" sldId="2147483841"/>
          </pc:sldLayoutMkLst>
        </pc:sldLayoutChg>
        <pc:sldLayoutChg chg="delSp modSp mod">
          <pc:chgData name="Lewis, Joe" userId="059fa1cb-c9f4-401b-9c99-e7fef5354026" providerId="ADAL" clId="{91E9B443-4615-4887-9303-DA2608C65D10}" dt="2025-07-03T14:56:12.797" v="1597" actId="478"/>
          <pc:sldLayoutMkLst>
            <pc:docMk/>
            <pc:sldMasterMk cId="1252917971" sldId="2147483691"/>
            <pc:sldLayoutMk cId="2315451770" sldId="2147483842"/>
          </pc:sldLayoutMkLst>
        </pc:sldLayoutChg>
      </pc:sldMasterChg>
    </pc:docChg>
  </pc:docChgLst>
  <pc:docChgLst>
    <pc:chgData name="Lewis, Joe" userId="059fa1cb-c9f4-401b-9c99-e7fef5354026" providerId="ADAL" clId="{DF7E4433-93CB-4A3F-8D3B-B51F95D8E6A8}"/>
    <pc:docChg chg="undo custSel delSld modSld modMainMaster">
      <pc:chgData name="Lewis, Joe" userId="059fa1cb-c9f4-401b-9c99-e7fef5354026" providerId="ADAL" clId="{DF7E4433-93CB-4A3F-8D3B-B51F95D8E6A8}" dt="2025-02-13T11:15:20.411" v="6956" actId="20577"/>
      <pc:docMkLst>
        <pc:docMk/>
      </pc:docMkLst>
      <pc:sldChg chg="addSp delSp modSp mod">
        <pc:chgData name="Lewis, Joe" userId="059fa1cb-c9f4-401b-9c99-e7fef5354026" providerId="ADAL" clId="{DF7E4433-93CB-4A3F-8D3B-B51F95D8E6A8}" dt="2025-02-13T11:15:00.024" v="6936" actId="1035"/>
        <pc:sldMkLst>
          <pc:docMk/>
          <pc:sldMk cId="2014050304" sldId="322"/>
        </pc:sldMkLst>
      </pc:sldChg>
      <pc:sldChg chg="addSp delSp modSp mod">
        <pc:chgData name="Lewis, Joe" userId="059fa1cb-c9f4-401b-9c99-e7fef5354026" providerId="ADAL" clId="{DF7E4433-93CB-4A3F-8D3B-B51F95D8E6A8}" dt="2025-02-13T11:15:20.411" v="6956" actId="20577"/>
        <pc:sldMkLst>
          <pc:docMk/>
          <pc:sldMk cId="1466828776" sldId="484"/>
        </pc:sldMkLst>
      </pc:sldChg>
      <pc:sldChg chg="del">
        <pc:chgData name="Lewis, Joe" userId="059fa1cb-c9f4-401b-9c99-e7fef5354026" providerId="ADAL" clId="{DF7E4433-93CB-4A3F-8D3B-B51F95D8E6A8}" dt="2025-02-12T22:26:07.352" v="6301" actId="47"/>
        <pc:sldMkLst>
          <pc:docMk/>
          <pc:sldMk cId="3925598688" sldId="485"/>
        </pc:sldMkLst>
      </pc:sldChg>
      <pc:sldChg chg="del">
        <pc:chgData name="Lewis, Joe" userId="059fa1cb-c9f4-401b-9c99-e7fef5354026" providerId="ADAL" clId="{DF7E4433-93CB-4A3F-8D3B-B51F95D8E6A8}" dt="2025-02-12T21:46:02.025" v="3531" actId="47"/>
        <pc:sldMkLst>
          <pc:docMk/>
          <pc:sldMk cId="4257326586" sldId="486"/>
        </pc:sldMkLst>
      </pc:sldChg>
      <pc:sldMasterChg chg="modSldLayout">
        <pc:chgData name="Lewis, Joe" userId="059fa1cb-c9f4-401b-9c99-e7fef5354026" providerId="ADAL" clId="{DF7E4433-93CB-4A3F-8D3B-B51F95D8E6A8}" dt="2025-02-12T22:24:07.047" v="6135" actId="1035"/>
        <pc:sldMasterMkLst>
          <pc:docMk/>
          <pc:sldMasterMk cId="1252917971" sldId="2147483691"/>
        </pc:sldMasterMkLst>
        <pc:sldLayoutChg chg="addSp delSp modSp mod">
          <pc:chgData name="Lewis, Joe" userId="059fa1cb-c9f4-401b-9c99-e7fef5354026" providerId="ADAL" clId="{DF7E4433-93CB-4A3F-8D3B-B51F95D8E6A8}" dt="2025-02-12T22:24:07.047" v="6135" actId="1035"/>
          <pc:sldLayoutMkLst>
            <pc:docMk/>
            <pc:sldMasterMk cId="1252917971" sldId="2147483691"/>
            <pc:sldLayoutMk cId="1665949887" sldId="2147483841"/>
          </pc:sldLayoutMkLst>
        </pc:sldLayoutChg>
      </pc:sldMasterChg>
    </pc:docChg>
  </pc:docChgLst>
  <pc:docChgLst>
    <pc:chgData name="Lewis, Joe" userId="059fa1cb-c9f4-401b-9c99-e7fef5354026" providerId="ADAL" clId="{F6F13A7A-5131-43C9-9F33-481E5B395D35}"/>
    <pc:docChg chg="undo custSel modSld">
      <pc:chgData name="Lewis, Joe" userId="059fa1cb-c9f4-401b-9c99-e7fef5354026" providerId="ADAL" clId="{F6F13A7A-5131-43C9-9F33-481E5B395D35}" dt="2025-09-21T14:31:18.525" v="1632" actId="14100"/>
      <pc:docMkLst>
        <pc:docMk/>
      </pc:docMkLst>
      <pc:sldChg chg="addSp delSp modSp mod">
        <pc:chgData name="Lewis, Joe" userId="059fa1cb-c9f4-401b-9c99-e7fef5354026" providerId="ADAL" clId="{F6F13A7A-5131-43C9-9F33-481E5B395D35}" dt="2025-09-21T14:31:18.525" v="1632" actId="14100"/>
        <pc:sldMkLst>
          <pc:docMk/>
          <pc:sldMk cId="2014050304" sldId="322"/>
        </pc:sldMkLst>
        <pc:spChg chg="mod">
          <ac:chgData name="Lewis, Joe" userId="059fa1cb-c9f4-401b-9c99-e7fef5354026" providerId="ADAL" clId="{F6F13A7A-5131-43C9-9F33-481E5B395D35}" dt="2025-09-21T14:10:41.727" v="1104" actId="1035"/>
          <ac:spMkLst>
            <pc:docMk/>
            <pc:sldMk cId="2014050304" sldId="322"/>
            <ac:spMk id="4" creationId="{7CD93F5F-752A-6059-C1FC-952329515F35}"/>
          </ac:spMkLst>
        </pc:spChg>
        <pc:spChg chg="mod">
          <ac:chgData name="Lewis, Joe" userId="059fa1cb-c9f4-401b-9c99-e7fef5354026" providerId="ADAL" clId="{F6F13A7A-5131-43C9-9F33-481E5B395D35}" dt="2025-09-21T14:17:16.073" v="1426" actId="1037"/>
          <ac:spMkLst>
            <pc:docMk/>
            <pc:sldMk cId="2014050304" sldId="322"/>
            <ac:spMk id="5" creationId="{04FC30AF-3298-9FAE-1F3A-15587DB8A637}"/>
          </ac:spMkLst>
        </pc:spChg>
        <pc:spChg chg="mod">
          <ac:chgData name="Lewis, Joe" userId="059fa1cb-c9f4-401b-9c99-e7fef5354026" providerId="ADAL" clId="{F6F13A7A-5131-43C9-9F33-481E5B395D35}" dt="2025-09-21T13:59:38.708" v="627" actId="14100"/>
          <ac:spMkLst>
            <pc:docMk/>
            <pc:sldMk cId="2014050304" sldId="322"/>
            <ac:spMk id="6" creationId="{39EE1948-DBB4-97B2-2938-6745B096B471}"/>
          </ac:spMkLst>
        </pc:spChg>
        <pc:spChg chg="mod">
          <ac:chgData name="Lewis, Joe" userId="059fa1cb-c9f4-401b-9c99-e7fef5354026" providerId="ADAL" clId="{F6F13A7A-5131-43C9-9F33-481E5B395D35}" dt="2025-09-21T14:18:55.319" v="1500" actId="1035"/>
          <ac:spMkLst>
            <pc:docMk/>
            <pc:sldMk cId="2014050304" sldId="322"/>
            <ac:spMk id="7" creationId="{76278A1E-2F23-D82B-706A-A21F2AC8D0F5}"/>
          </ac:spMkLst>
        </pc:spChg>
        <pc:spChg chg="mod">
          <ac:chgData name="Lewis, Joe" userId="059fa1cb-c9f4-401b-9c99-e7fef5354026" providerId="ADAL" clId="{F6F13A7A-5131-43C9-9F33-481E5B395D35}" dt="2025-09-21T14:19:55.747" v="1529" actId="1036"/>
          <ac:spMkLst>
            <pc:docMk/>
            <pc:sldMk cId="2014050304" sldId="322"/>
            <ac:spMk id="9" creationId="{10819480-1AFF-078E-93E9-CB2519AC2B3B}"/>
          </ac:spMkLst>
        </pc:spChg>
        <pc:spChg chg="mod">
          <ac:chgData name="Lewis, Joe" userId="059fa1cb-c9f4-401b-9c99-e7fef5354026" providerId="ADAL" clId="{F6F13A7A-5131-43C9-9F33-481E5B395D35}" dt="2025-09-21T14:18:48.352" v="1492" actId="1035"/>
          <ac:spMkLst>
            <pc:docMk/>
            <pc:sldMk cId="2014050304" sldId="322"/>
            <ac:spMk id="10" creationId="{25B1F69A-5F42-9ACD-ACE5-3CDB28449817}"/>
          </ac:spMkLst>
        </pc:spChg>
        <pc:spChg chg="mod">
          <ac:chgData name="Lewis, Joe" userId="059fa1cb-c9f4-401b-9c99-e7fef5354026" providerId="ADAL" clId="{F6F13A7A-5131-43C9-9F33-481E5B395D35}" dt="2025-09-21T14:19:39.266" v="1519" actId="20577"/>
          <ac:spMkLst>
            <pc:docMk/>
            <pc:sldMk cId="2014050304" sldId="322"/>
            <ac:spMk id="11" creationId="{3B3CAE59-DDD0-FFFC-AFC4-A2B8EFA8E60A}"/>
          </ac:spMkLst>
        </pc:spChg>
        <pc:spChg chg="mod">
          <ac:chgData name="Lewis, Joe" userId="059fa1cb-c9f4-401b-9c99-e7fef5354026" providerId="ADAL" clId="{F6F13A7A-5131-43C9-9F33-481E5B395D35}" dt="2025-09-21T14:21:15.594" v="1584" actId="1038"/>
          <ac:spMkLst>
            <pc:docMk/>
            <pc:sldMk cId="2014050304" sldId="322"/>
            <ac:spMk id="12" creationId="{69B08E8D-DB7F-9D76-EABB-C17388C0D0B0}"/>
          </ac:spMkLst>
        </pc:spChg>
        <pc:spChg chg="mod">
          <ac:chgData name="Lewis, Joe" userId="059fa1cb-c9f4-401b-9c99-e7fef5354026" providerId="ADAL" clId="{F6F13A7A-5131-43C9-9F33-481E5B395D35}" dt="2025-09-21T14:17:16.073" v="1426" actId="1037"/>
          <ac:spMkLst>
            <pc:docMk/>
            <pc:sldMk cId="2014050304" sldId="322"/>
            <ac:spMk id="14" creationId="{B5E49867-9F16-AC1B-1AAA-4A7D2B583DA6}"/>
          </ac:spMkLst>
        </pc:spChg>
        <pc:spChg chg="mod">
          <ac:chgData name="Lewis, Joe" userId="059fa1cb-c9f4-401b-9c99-e7fef5354026" providerId="ADAL" clId="{F6F13A7A-5131-43C9-9F33-481E5B395D35}" dt="2025-09-21T14:17:16.073" v="1426" actId="1037"/>
          <ac:spMkLst>
            <pc:docMk/>
            <pc:sldMk cId="2014050304" sldId="322"/>
            <ac:spMk id="15" creationId="{F0CC6966-0D68-B2F7-A468-466C72AA5DDC}"/>
          </ac:spMkLst>
        </pc:spChg>
        <pc:spChg chg="mod">
          <ac:chgData name="Lewis, Joe" userId="059fa1cb-c9f4-401b-9c99-e7fef5354026" providerId="ADAL" clId="{F6F13A7A-5131-43C9-9F33-481E5B395D35}" dt="2025-09-21T14:21:15.594" v="1584" actId="1038"/>
          <ac:spMkLst>
            <pc:docMk/>
            <pc:sldMk cId="2014050304" sldId="322"/>
            <ac:spMk id="16" creationId="{65825F16-F538-E5F0-E136-5B2D43AA0A74}"/>
          </ac:spMkLst>
        </pc:spChg>
        <pc:spChg chg="mod">
          <ac:chgData name="Lewis, Joe" userId="059fa1cb-c9f4-401b-9c99-e7fef5354026" providerId="ADAL" clId="{F6F13A7A-5131-43C9-9F33-481E5B395D35}" dt="2025-09-21T14:21:15.594" v="1584" actId="1038"/>
          <ac:spMkLst>
            <pc:docMk/>
            <pc:sldMk cId="2014050304" sldId="322"/>
            <ac:spMk id="17" creationId="{BDB64E1E-A3EB-B47D-68F1-46BC9725F20D}"/>
          </ac:spMkLst>
        </pc:spChg>
        <pc:spChg chg="mod">
          <ac:chgData name="Lewis, Joe" userId="059fa1cb-c9f4-401b-9c99-e7fef5354026" providerId="ADAL" clId="{F6F13A7A-5131-43C9-9F33-481E5B395D35}" dt="2025-09-21T14:20:11.737" v="1537" actId="20577"/>
          <ac:spMkLst>
            <pc:docMk/>
            <pc:sldMk cId="2014050304" sldId="322"/>
            <ac:spMk id="21" creationId="{2F31BD98-5E17-7E59-D907-ACF13DAABD76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22" creationId="{7BDC9452-1ACC-CE6B-52BC-A414F2FD5A53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23" creationId="{B63BC26D-8353-3E37-84E1-24228A4F7935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26" creationId="{2315160A-F7FD-74F7-0F0C-DD08899A6C8C}"/>
          </ac:spMkLst>
        </pc:spChg>
        <pc:spChg chg="mod">
          <ac:chgData name="Lewis, Joe" userId="059fa1cb-c9f4-401b-9c99-e7fef5354026" providerId="ADAL" clId="{F6F13A7A-5131-43C9-9F33-481E5B395D35}" dt="2025-09-21T14:21:26.211" v="1587" actId="1076"/>
          <ac:spMkLst>
            <pc:docMk/>
            <pc:sldMk cId="2014050304" sldId="322"/>
            <ac:spMk id="28" creationId="{194CE902-16A1-1668-C063-26D8BA484F98}"/>
          </ac:spMkLst>
        </pc:spChg>
        <pc:spChg chg="mod">
          <ac:chgData name="Lewis, Joe" userId="059fa1cb-c9f4-401b-9c99-e7fef5354026" providerId="ADAL" clId="{F6F13A7A-5131-43C9-9F33-481E5B395D35}" dt="2025-09-21T14:20:58.496" v="1575" actId="1076"/>
          <ac:spMkLst>
            <pc:docMk/>
            <pc:sldMk cId="2014050304" sldId="322"/>
            <ac:spMk id="29" creationId="{2D63ECF9-35D8-3692-E35B-3BA674F19F50}"/>
          </ac:spMkLst>
        </pc:spChg>
        <pc:spChg chg="mod">
          <ac:chgData name="Lewis, Joe" userId="059fa1cb-c9f4-401b-9c99-e7fef5354026" providerId="ADAL" clId="{F6F13A7A-5131-43C9-9F33-481E5B395D35}" dt="2025-09-21T14:20:54.669" v="1574" actId="1035"/>
          <ac:spMkLst>
            <pc:docMk/>
            <pc:sldMk cId="2014050304" sldId="322"/>
            <ac:spMk id="32" creationId="{06E1DA80-9C9D-CDA4-8700-9D94269ABE4E}"/>
          </ac:spMkLst>
        </pc:spChg>
        <pc:spChg chg="mod">
          <ac:chgData name="Lewis, Joe" userId="059fa1cb-c9f4-401b-9c99-e7fef5354026" providerId="ADAL" clId="{F6F13A7A-5131-43C9-9F33-481E5B395D35}" dt="2025-09-21T13:59:57.027" v="635" actId="1035"/>
          <ac:spMkLst>
            <pc:docMk/>
            <pc:sldMk cId="2014050304" sldId="322"/>
            <ac:spMk id="40" creationId="{E81A2086-04E7-6A7D-4396-ADDAD0DF416B}"/>
          </ac:spMkLst>
        </pc:spChg>
        <pc:spChg chg="mod">
          <ac:chgData name="Lewis, Joe" userId="059fa1cb-c9f4-401b-9c99-e7fef5354026" providerId="ADAL" clId="{F6F13A7A-5131-43C9-9F33-481E5B395D35}" dt="2025-09-21T13:59:41.794" v="628" actId="14100"/>
          <ac:spMkLst>
            <pc:docMk/>
            <pc:sldMk cId="2014050304" sldId="322"/>
            <ac:spMk id="43" creationId="{B5450505-4034-0CD4-B369-521D22D7D3BC}"/>
          </ac:spMkLst>
        </pc:spChg>
        <pc:spChg chg="mod">
          <ac:chgData name="Lewis, Joe" userId="059fa1cb-c9f4-401b-9c99-e7fef5354026" providerId="ADAL" clId="{F6F13A7A-5131-43C9-9F33-481E5B395D35}" dt="2025-09-21T14:16:47.522" v="1423" actId="1036"/>
          <ac:spMkLst>
            <pc:docMk/>
            <pc:sldMk cId="2014050304" sldId="322"/>
            <ac:spMk id="45" creationId="{BC2AE048-D6BA-BF5F-55F6-7385BAF7B0E6}"/>
          </ac:spMkLst>
        </pc:spChg>
        <pc:spChg chg="mod">
          <ac:chgData name="Lewis, Joe" userId="059fa1cb-c9f4-401b-9c99-e7fef5354026" providerId="ADAL" clId="{F6F13A7A-5131-43C9-9F33-481E5B395D35}" dt="2025-09-21T13:52:29.382" v="303" actId="1036"/>
          <ac:spMkLst>
            <pc:docMk/>
            <pc:sldMk cId="2014050304" sldId="322"/>
            <ac:spMk id="47" creationId="{4BF13E83-9543-B4F7-0F7F-E214E8E706FD}"/>
          </ac:spMkLst>
        </pc:spChg>
        <pc:spChg chg="mod">
          <ac:chgData name="Lewis, Joe" userId="059fa1cb-c9f4-401b-9c99-e7fef5354026" providerId="ADAL" clId="{F6F13A7A-5131-43C9-9F33-481E5B395D35}" dt="2025-09-21T13:52:16.014" v="289" actId="1036"/>
          <ac:spMkLst>
            <pc:docMk/>
            <pc:sldMk cId="2014050304" sldId="322"/>
            <ac:spMk id="49" creationId="{09B14E71-003B-F734-025F-DE0FADAB71AA}"/>
          </ac:spMkLst>
        </pc:spChg>
        <pc:spChg chg="mod">
          <ac:chgData name="Lewis, Joe" userId="059fa1cb-c9f4-401b-9c99-e7fef5354026" providerId="ADAL" clId="{F6F13A7A-5131-43C9-9F33-481E5B395D35}" dt="2025-09-21T13:52:08.126" v="274" actId="1035"/>
          <ac:spMkLst>
            <pc:docMk/>
            <pc:sldMk cId="2014050304" sldId="322"/>
            <ac:spMk id="51" creationId="{5E57F519-6B9A-9B0E-30B1-70A6BD11DEA2}"/>
          </ac:spMkLst>
        </pc:spChg>
        <pc:spChg chg="mod">
          <ac:chgData name="Lewis, Joe" userId="059fa1cb-c9f4-401b-9c99-e7fef5354026" providerId="ADAL" clId="{F6F13A7A-5131-43C9-9F33-481E5B395D35}" dt="2025-09-21T13:52:01.810" v="257" actId="1036"/>
          <ac:spMkLst>
            <pc:docMk/>
            <pc:sldMk cId="2014050304" sldId="322"/>
            <ac:spMk id="53" creationId="{9AF87126-3C14-DC36-FAB5-E7B31EF2D4FC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5" creationId="{C8747744-CF7F-591C-D8E1-4C55825DB541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6" creationId="{617F9372-CB13-B0A5-5C45-260469FD2A8B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7" creationId="{2C1A2E8D-28DC-2F7F-6B92-381EBC04D635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8" creationId="{108A1513-426A-D30E-141B-DD14B43BC41C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59" creationId="{0501EE37-D49C-4EEF-3887-96F36C8D9A73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60" creationId="{F5EABB99-0DD0-FCD1-0DC6-11081191EFC0}"/>
          </ac:spMkLst>
        </pc:spChg>
        <pc:spChg chg="mod">
          <ac:chgData name="Lewis, Joe" userId="059fa1cb-c9f4-401b-9c99-e7fef5354026" providerId="ADAL" clId="{F6F13A7A-5131-43C9-9F33-481E5B395D35}" dt="2025-09-21T14:05:54.591" v="934" actId="1036"/>
          <ac:spMkLst>
            <pc:docMk/>
            <pc:sldMk cId="2014050304" sldId="322"/>
            <ac:spMk id="61" creationId="{000EB9E7-C902-1A2F-5E05-851E33B90EEF}"/>
          </ac:spMkLst>
        </pc:spChg>
        <pc:spChg chg="mod">
          <ac:chgData name="Lewis, Joe" userId="059fa1cb-c9f4-401b-9c99-e7fef5354026" providerId="ADAL" clId="{F6F13A7A-5131-43C9-9F33-481E5B395D35}" dt="2025-09-21T14:10:23.757" v="1093" actId="404"/>
          <ac:spMkLst>
            <pc:docMk/>
            <pc:sldMk cId="2014050304" sldId="322"/>
            <ac:spMk id="62" creationId="{BB3DA3B1-8F89-8C33-7F52-D13442ECE91B}"/>
          </ac:spMkLst>
        </pc:spChg>
        <pc:spChg chg="mod">
          <ac:chgData name="Lewis, Joe" userId="059fa1cb-c9f4-401b-9c99-e7fef5354026" providerId="ADAL" clId="{F6F13A7A-5131-43C9-9F33-481E5B395D35}" dt="2025-09-21T13:51:56.033" v="245" actId="1036"/>
          <ac:spMkLst>
            <pc:docMk/>
            <pc:sldMk cId="2014050304" sldId="322"/>
            <ac:spMk id="1033" creationId="{BE13D319-98C5-EEEF-F79D-F6FCCA69AD41}"/>
          </ac:spMkLst>
        </pc:spChg>
        <pc:spChg chg="mod">
          <ac:chgData name="Lewis, Joe" userId="059fa1cb-c9f4-401b-9c99-e7fef5354026" providerId="ADAL" clId="{F6F13A7A-5131-43C9-9F33-481E5B395D35}" dt="2025-09-21T14:06:11.665" v="936" actId="14100"/>
          <ac:spMkLst>
            <pc:docMk/>
            <pc:sldMk cId="2014050304" sldId="322"/>
            <ac:spMk id="1035" creationId="{CB2FB8CF-FE92-C056-8E92-EA903D5A61F3}"/>
          </ac:spMkLst>
        </pc:spChg>
        <pc:spChg chg="mod">
          <ac:chgData name="Lewis, Joe" userId="059fa1cb-c9f4-401b-9c99-e7fef5354026" providerId="ADAL" clId="{F6F13A7A-5131-43C9-9F33-481E5B395D35}" dt="2025-09-21T14:10:19.687" v="1092" actId="255"/>
          <ac:spMkLst>
            <pc:docMk/>
            <pc:sldMk cId="2014050304" sldId="322"/>
            <ac:spMk id="1037" creationId="{B4C42AA2-B7F5-77E3-A84A-98EE55932AC5}"/>
          </ac:spMkLst>
        </pc:spChg>
        <pc:spChg chg="mod">
          <ac:chgData name="Lewis, Joe" userId="059fa1cb-c9f4-401b-9c99-e7fef5354026" providerId="ADAL" clId="{F6F13A7A-5131-43C9-9F33-481E5B395D35}" dt="2025-09-21T14:27:05.778" v="1631" actId="20577"/>
          <ac:spMkLst>
            <pc:docMk/>
            <pc:sldMk cId="2014050304" sldId="322"/>
            <ac:spMk id="1039" creationId="{3DA0370F-04EB-B3FA-D006-3656E11E98E8}"/>
          </ac:spMkLst>
        </pc:spChg>
        <pc:spChg chg="add mod">
          <ac:chgData name="Lewis, Joe" userId="059fa1cb-c9f4-401b-9c99-e7fef5354026" providerId="ADAL" clId="{F6F13A7A-5131-43C9-9F33-481E5B395D35}" dt="2025-09-21T14:16:36.837" v="1389" actId="1035"/>
          <ac:spMkLst>
            <pc:docMk/>
            <pc:sldMk cId="2014050304" sldId="322"/>
            <ac:spMk id="1040" creationId="{DB86ADB9-7966-A86F-D8EA-6D97481D2D8D}"/>
          </ac:spMkLst>
        </pc:spChg>
        <pc:spChg chg="add mod">
          <ac:chgData name="Lewis, Joe" userId="059fa1cb-c9f4-401b-9c99-e7fef5354026" providerId="ADAL" clId="{F6F13A7A-5131-43C9-9F33-481E5B395D35}" dt="2025-09-21T14:16:36.837" v="1389" actId="1035"/>
          <ac:spMkLst>
            <pc:docMk/>
            <pc:sldMk cId="2014050304" sldId="322"/>
            <ac:spMk id="1041" creationId="{BF054DDE-5619-B2F0-EDB0-CFBA4DD32324}"/>
          </ac:spMkLst>
        </pc:spChg>
        <pc:spChg chg="mod">
          <ac:chgData name="Lewis, Joe" userId="059fa1cb-c9f4-401b-9c99-e7fef5354026" providerId="ADAL" clId="{F6F13A7A-5131-43C9-9F33-481E5B395D35}" dt="2025-09-21T14:05:46.867" v="928" actId="14100"/>
          <ac:spMkLst>
            <pc:docMk/>
            <pc:sldMk cId="2014050304" sldId="322"/>
            <ac:spMk id="1064" creationId="{5E2ED3DC-3E00-ACBE-B190-CA3538C83BF9}"/>
          </ac:spMkLst>
        </pc:spChg>
        <pc:spChg chg="mod">
          <ac:chgData name="Lewis, Joe" userId="059fa1cb-c9f4-401b-9c99-e7fef5354026" providerId="ADAL" clId="{F6F13A7A-5131-43C9-9F33-481E5B395D35}" dt="2025-09-21T14:10:27.841" v="1094" actId="404"/>
          <ac:spMkLst>
            <pc:docMk/>
            <pc:sldMk cId="2014050304" sldId="322"/>
            <ac:spMk id="1077" creationId="{80E408AF-E537-C86C-340D-D01C0C608695}"/>
          </ac:spMkLst>
        </pc:spChg>
        <pc:graphicFrameChg chg="modGraphic">
          <ac:chgData name="Lewis, Joe" userId="059fa1cb-c9f4-401b-9c99-e7fef5354026" providerId="ADAL" clId="{F6F13A7A-5131-43C9-9F33-481E5B395D35}" dt="2025-09-21T14:24:29.524" v="1588"/>
          <ac:graphicFrameMkLst>
            <pc:docMk/>
            <pc:sldMk cId="2014050304" sldId="322"/>
            <ac:graphicFrameMk id="19" creationId="{A8FB4A8A-557F-F995-5949-3C2CECBCF5EA}"/>
          </ac:graphicFrameMkLst>
        </pc:graphicFrameChg>
        <pc:picChg chg="mod">
          <ac:chgData name="Lewis, Joe" userId="059fa1cb-c9f4-401b-9c99-e7fef5354026" providerId="ADAL" clId="{F6F13A7A-5131-43C9-9F33-481E5B395D35}" dt="2025-09-21T14:00:03.239" v="646" actId="1036"/>
          <ac:picMkLst>
            <pc:docMk/>
            <pc:sldMk cId="2014050304" sldId="322"/>
            <ac:picMk id="2" creationId="{1A634B31-5D48-E9EF-BAA8-06A24ABC01CC}"/>
          </ac:picMkLst>
        </pc:picChg>
        <pc:picChg chg="mod">
          <ac:chgData name="Lewis, Joe" userId="059fa1cb-c9f4-401b-9c99-e7fef5354026" providerId="ADAL" clId="{F6F13A7A-5131-43C9-9F33-481E5B395D35}" dt="2025-09-21T14:18:55.319" v="1500" actId="1035"/>
          <ac:picMkLst>
            <pc:docMk/>
            <pc:sldMk cId="2014050304" sldId="322"/>
            <ac:picMk id="3" creationId="{100C6228-699C-74CA-9A24-8A4E6A7CBA54}"/>
          </ac:picMkLst>
        </pc:picChg>
        <pc:picChg chg="mod">
          <ac:chgData name="Lewis, Joe" userId="059fa1cb-c9f4-401b-9c99-e7fef5354026" providerId="ADAL" clId="{F6F13A7A-5131-43C9-9F33-481E5B395D35}" dt="2025-09-21T13:52:29.382" v="303" actId="1036"/>
          <ac:picMkLst>
            <pc:docMk/>
            <pc:sldMk cId="2014050304" sldId="322"/>
            <ac:picMk id="31" creationId="{9B7B5ACF-C9C2-27F4-7790-ED3CDE44BB34}"/>
          </ac:picMkLst>
        </pc:picChg>
        <pc:picChg chg="add mod">
          <ac:chgData name="Lewis, Joe" userId="059fa1cb-c9f4-401b-9c99-e7fef5354026" providerId="ADAL" clId="{F6F13A7A-5131-43C9-9F33-481E5B395D35}" dt="2025-09-21T13:36:14.189" v="18" actId="1038"/>
          <ac:picMkLst>
            <pc:docMk/>
            <pc:sldMk cId="2014050304" sldId="322"/>
            <ac:picMk id="33" creationId="{0B7D1F12-E6FB-5A98-D701-EC62EEFB80FA}"/>
          </ac:picMkLst>
        </pc:picChg>
        <pc:picChg chg="add mod">
          <ac:chgData name="Lewis, Joe" userId="059fa1cb-c9f4-401b-9c99-e7fef5354026" providerId="ADAL" clId="{F6F13A7A-5131-43C9-9F33-481E5B395D35}" dt="2025-09-21T14:26:47.896" v="1627" actId="14100"/>
          <ac:picMkLst>
            <pc:docMk/>
            <pc:sldMk cId="2014050304" sldId="322"/>
            <ac:picMk id="34" creationId="{C200FC4D-2C20-680F-B3BD-0BE4F91C6A4D}"/>
          </ac:picMkLst>
        </pc:picChg>
        <pc:picChg chg="mod">
          <ac:chgData name="Lewis, Joe" userId="059fa1cb-c9f4-401b-9c99-e7fef5354026" providerId="ADAL" clId="{F6F13A7A-5131-43C9-9F33-481E5B395D35}" dt="2025-09-21T13:52:29.382" v="303" actId="1036"/>
          <ac:picMkLst>
            <pc:docMk/>
            <pc:sldMk cId="2014050304" sldId="322"/>
            <ac:picMk id="35" creationId="{3EEE8E8B-FD6E-34E3-6613-04D66A0FFF25}"/>
          </ac:picMkLst>
        </pc:picChg>
        <pc:picChg chg="mod">
          <ac:chgData name="Lewis, Joe" userId="059fa1cb-c9f4-401b-9c99-e7fef5354026" providerId="ADAL" clId="{F6F13A7A-5131-43C9-9F33-481E5B395D35}" dt="2025-09-21T14:16:42.842" v="1405" actId="1035"/>
          <ac:picMkLst>
            <pc:docMk/>
            <pc:sldMk cId="2014050304" sldId="322"/>
            <ac:picMk id="36" creationId="{1785A263-6448-B2CD-D5D0-ECE9A7781294}"/>
          </ac:picMkLst>
        </pc:picChg>
        <pc:picChg chg="add mod">
          <ac:chgData name="Lewis, Joe" userId="059fa1cb-c9f4-401b-9c99-e7fef5354026" providerId="ADAL" clId="{F6F13A7A-5131-43C9-9F33-481E5B395D35}" dt="2025-09-21T14:16:36.837" v="1389" actId="1035"/>
          <ac:picMkLst>
            <pc:docMk/>
            <pc:sldMk cId="2014050304" sldId="322"/>
            <ac:picMk id="37" creationId="{539D6361-A43C-553C-2514-A8A9802078B5}"/>
          </ac:picMkLst>
        </pc:picChg>
        <pc:picChg chg="mod">
          <ac:chgData name="Lewis, Joe" userId="059fa1cb-c9f4-401b-9c99-e7fef5354026" providerId="ADAL" clId="{F6F13A7A-5131-43C9-9F33-481E5B395D35}" dt="2025-09-21T13:52:08.126" v="274" actId="1035"/>
          <ac:picMkLst>
            <pc:docMk/>
            <pc:sldMk cId="2014050304" sldId="322"/>
            <ac:picMk id="38" creationId="{E555F4A4-5147-B032-03EC-BE7CA62C40F7}"/>
          </ac:picMkLst>
        </pc:picChg>
        <pc:picChg chg="mod">
          <ac:chgData name="Lewis, Joe" userId="059fa1cb-c9f4-401b-9c99-e7fef5354026" providerId="ADAL" clId="{F6F13A7A-5131-43C9-9F33-481E5B395D35}" dt="2025-09-21T14:05:54.591" v="934" actId="1036"/>
          <ac:picMkLst>
            <pc:docMk/>
            <pc:sldMk cId="2014050304" sldId="322"/>
            <ac:picMk id="46" creationId="{38546656-2492-7F7F-6715-AB89E3422152}"/>
          </ac:picMkLst>
        </pc:picChg>
        <pc:picChg chg="mod">
          <ac:chgData name="Lewis, Joe" userId="059fa1cb-c9f4-401b-9c99-e7fef5354026" providerId="ADAL" clId="{F6F13A7A-5131-43C9-9F33-481E5B395D35}" dt="2025-09-21T14:05:54.591" v="934" actId="1036"/>
          <ac:picMkLst>
            <pc:docMk/>
            <pc:sldMk cId="2014050304" sldId="322"/>
            <ac:picMk id="54" creationId="{F00C7175-E235-9EF9-2A40-6640EB9EA53F}"/>
          </ac:picMkLst>
        </pc:picChg>
        <pc:picChg chg="mod">
          <ac:chgData name="Lewis, Joe" userId="059fa1cb-c9f4-401b-9c99-e7fef5354026" providerId="ADAL" clId="{F6F13A7A-5131-43C9-9F33-481E5B395D35}" dt="2025-09-21T13:51:56.033" v="245" actId="1036"/>
          <ac:picMkLst>
            <pc:docMk/>
            <pc:sldMk cId="2014050304" sldId="322"/>
            <ac:picMk id="63" creationId="{CD8243A2-E937-5287-F6D7-44DC3985DF1F}"/>
          </ac:picMkLst>
        </pc:picChg>
        <pc:picChg chg="mod">
          <ac:chgData name="Lewis, Joe" userId="059fa1cb-c9f4-401b-9c99-e7fef5354026" providerId="ADAL" clId="{F6F13A7A-5131-43C9-9F33-481E5B395D35}" dt="2025-09-21T14:19:55.747" v="1529" actId="1036"/>
          <ac:picMkLst>
            <pc:docMk/>
            <pc:sldMk cId="2014050304" sldId="322"/>
            <ac:picMk id="1026" creationId="{E4C2446D-DCDF-5494-0AF2-451BC5E472A1}"/>
          </ac:picMkLst>
        </pc:picChg>
        <pc:picChg chg="mod">
          <ac:chgData name="Lewis, Joe" userId="059fa1cb-c9f4-401b-9c99-e7fef5354026" providerId="ADAL" clId="{F6F13A7A-5131-43C9-9F33-481E5B395D35}" dt="2025-09-21T13:51:56.033" v="245" actId="1036"/>
          <ac:picMkLst>
            <pc:docMk/>
            <pc:sldMk cId="2014050304" sldId="322"/>
            <ac:picMk id="1027" creationId="{8913BCE2-7625-5213-5EC7-A54FBB320B4E}"/>
          </ac:picMkLst>
        </pc:picChg>
        <pc:picChg chg="mod">
          <ac:chgData name="Lewis, Joe" userId="059fa1cb-c9f4-401b-9c99-e7fef5354026" providerId="ADAL" clId="{F6F13A7A-5131-43C9-9F33-481E5B395D35}" dt="2025-09-21T14:31:18.525" v="1632" actId="14100"/>
          <ac:picMkLst>
            <pc:docMk/>
            <pc:sldMk cId="2014050304" sldId="322"/>
            <ac:picMk id="1028" creationId="{373D8703-06DD-2E99-BF8D-9B10205005F6}"/>
          </ac:picMkLst>
        </pc:picChg>
        <pc:picChg chg="add mod">
          <ac:chgData name="Lewis, Joe" userId="059fa1cb-c9f4-401b-9c99-e7fef5354026" providerId="ADAL" clId="{F6F13A7A-5131-43C9-9F33-481E5B395D35}" dt="2025-09-21T14:16:36.837" v="1389" actId="1035"/>
          <ac:picMkLst>
            <pc:docMk/>
            <pc:sldMk cId="2014050304" sldId="322"/>
            <ac:picMk id="1029" creationId="{A91EFDA5-30E5-10C5-8E2D-531D40103801}"/>
          </ac:picMkLst>
        </pc:picChg>
        <pc:picChg chg="mod">
          <ac:chgData name="Lewis, Joe" userId="059fa1cb-c9f4-401b-9c99-e7fef5354026" providerId="ADAL" clId="{F6F13A7A-5131-43C9-9F33-481E5B395D35}" dt="2025-09-21T14:00:07.156" v="652" actId="1035"/>
          <ac:picMkLst>
            <pc:docMk/>
            <pc:sldMk cId="2014050304" sldId="322"/>
            <ac:picMk id="1030" creationId="{00FC9504-3D03-535A-BC38-148F735B4A7C}"/>
          </ac:picMkLst>
        </pc:picChg>
        <pc:picChg chg="mod">
          <ac:chgData name="Lewis, Joe" userId="059fa1cb-c9f4-401b-9c99-e7fef5354026" providerId="ADAL" clId="{F6F13A7A-5131-43C9-9F33-481E5B395D35}" dt="2025-09-21T13:52:29.382" v="303" actId="1036"/>
          <ac:picMkLst>
            <pc:docMk/>
            <pc:sldMk cId="2014050304" sldId="322"/>
            <ac:picMk id="1032" creationId="{19BE227D-F487-AFEE-F270-4B85F546AEC5}"/>
          </ac:picMkLst>
        </pc:picChg>
        <pc:picChg chg="mod">
          <ac:chgData name="Lewis, Joe" userId="059fa1cb-c9f4-401b-9c99-e7fef5354026" providerId="ADAL" clId="{F6F13A7A-5131-43C9-9F33-481E5B395D35}" dt="2025-09-21T14:18:22.077" v="1475" actId="14100"/>
          <ac:picMkLst>
            <pc:docMk/>
            <pc:sldMk cId="2014050304" sldId="322"/>
            <ac:picMk id="1034" creationId="{055CFF42-D529-B35A-2C2A-C717D3C79F36}"/>
          </ac:picMkLst>
        </pc:picChg>
        <pc:picChg chg="add mod">
          <ac:chgData name="Lewis, Joe" userId="059fa1cb-c9f4-401b-9c99-e7fef5354026" providerId="ADAL" clId="{F6F13A7A-5131-43C9-9F33-481E5B395D35}" dt="2025-09-21T14:16:36.837" v="1389" actId="1035"/>
          <ac:picMkLst>
            <pc:docMk/>
            <pc:sldMk cId="2014050304" sldId="322"/>
            <ac:picMk id="1036" creationId="{8705242C-FD27-CC97-01CF-C733AB1892D0}"/>
          </ac:picMkLst>
        </pc:picChg>
        <pc:picChg chg="mod">
          <ac:chgData name="Lewis, Joe" userId="059fa1cb-c9f4-401b-9c99-e7fef5354026" providerId="ADAL" clId="{F6F13A7A-5131-43C9-9F33-481E5B395D35}" dt="2025-09-21T13:59:57.027" v="635" actId="1035"/>
          <ac:picMkLst>
            <pc:docMk/>
            <pc:sldMk cId="2014050304" sldId="322"/>
            <ac:picMk id="1038" creationId="{9DA1EFE8-FE29-A70A-CE83-8BA1F131C938}"/>
          </ac:picMkLst>
        </pc:picChg>
        <pc:picChg chg="mod">
          <ac:chgData name="Lewis, Joe" userId="059fa1cb-c9f4-401b-9c99-e7fef5354026" providerId="ADAL" clId="{F6F13A7A-5131-43C9-9F33-481E5B395D35}" dt="2025-09-21T13:52:16.014" v="289" actId="1036"/>
          <ac:picMkLst>
            <pc:docMk/>
            <pc:sldMk cId="2014050304" sldId="322"/>
            <ac:picMk id="1046" creationId="{374D74CA-640E-FC26-8D7B-FB1703F52672}"/>
          </ac:picMkLst>
        </pc:picChg>
        <pc:picChg chg="mod">
          <ac:chgData name="Lewis, Joe" userId="059fa1cb-c9f4-401b-9c99-e7fef5354026" providerId="ADAL" clId="{F6F13A7A-5131-43C9-9F33-481E5B395D35}" dt="2025-09-21T13:52:01.810" v="257" actId="1036"/>
          <ac:picMkLst>
            <pc:docMk/>
            <pc:sldMk cId="2014050304" sldId="322"/>
            <ac:picMk id="1050" creationId="{1159BE55-88B7-0FBF-5B8C-16F6CCD98DFC}"/>
          </ac:picMkLst>
        </pc:picChg>
        <pc:picChg chg="mod">
          <ac:chgData name="Lewis, Joe" userId="059fa1cb-c9f4-401b-9c99-e7fef5354026" providerId="ADAL" clId="{F6F13A7A-5131-43C9-9F33-481E5B395D35}" dt="2025-09-21T13:52:01.810" v="257" actId="1036"/>
          <ac:picMkLst>
            <pc:docMk/>
            <pc:sldMk cId="2014050304" sldId="322"/>
            <ac:picMk id="1054" creationId="{8993146F-7C9A-4722-1CD7-54B4CF9C5D67}"/>
          </ac:picMkLst>
        </pc:picChg>
        <pc:picChg chg="mod">
          <ac:chgData name="Lewis, Joe" userId="059fa1cb-c9f4-401b-9c99-e7fef5354026" providerId="ADAL" clId="{F6F13A7A-5131-43C9-9F33-481E5B395D35}" dt="2025-09-21T13:52:08.126" v="274" actId="1035"/>
          <ac:picMkLst>
            <pc:docMk/>
            <pc:sldMk cId="2014050304" sldId="322"/>
            <ac:picMk id="1056" creationId="{640B0427-281F-2AF5-ADF0-16D86CAE24FE}"/>
          </ac:picMkLst>
        </pc:picChg>
        <pc:picChg chg="mod">
          <ac:chgData name="Lewis, Joe" userId="059fa1cb-c9f4-401b-9c99-e7fef5354026" providerId="ADAL" clId="{F6F13A7A-5131-43C9-9F33-481E5B395D35}" dt="2025-09-21T13:52:08.126" v="274" actId="1035"/>
          <ac:picMkLst>
            <pc:docMk/>
            <pc:sldMk cId="2014050304" sldId="322"/>
            <ac:picMk id="1058" creationId="{E450D4CB-FCD9-5899-BD22-CD2428C79A3D}"/>
          </ac:picMkLst>
        </pc:picChg>
        <pc:picChg chg="mod">
          <ac:chgData name="Lewis, Joe" userId="059fa1cb-c9f4-401b-9c99-e7fef5354026" providerId="ADAL" clId="{F6F13A7A-5131-43C9-9F33-481E5B395D35}" dt="2025-09-21T14:18:37.667" v="1484" actId="1036"/>
          <ac:picMkLst>
            <pc:docMk/>
            <pc:sldMk cId="2014050304" sldId="322"/>
            <ac:picMk id="1126" creationId="{93E4A780-4C98-11D2-7589-8EBDC3C060BC}"/>
          </ac:picMkLst>
        </pc:picChg>
      </pc:sldChg>
      <pc:sldChg chg="modSp mod">
        <pc:chgData name="Lewis, Joe" userId="059fa1cb-c9f4-401b-9c99-e7fef5354026" providerId="ADAL" clId="{F6F13A7A-5131-43C9-9F33-481E5B395D35}" dt="2025-09-21T14:09:40.724" v="1091" actId="20577"/>
        <pc:sldMkLst>
          <pc:docMk/>
          <pc:sldMk cId="1466828776" sldId="484"/>
        </pc:sldMkLst>
        <pc:spChg chg="mod">
          <ac:chgData name="Lewis, Joe" userId="059fa1cb-c9f4-401b-9c99-e7fef5354026" providerId="ADAL" clId="{F6F13A7A-5131-43C9-9F33-481E5B395D35}" dt="2025-09-21T14:09:11.908" v="1064" actId="20577"/>
          <ac:spMkLst>
            <pc:docMk/>
            <pc:sldMk cId="1466828776" sldId="484"/>
            <ac:spMk id="6" creationId="{0AA8727D-D98C-3973-7CAE-CA54D55F521A}"/>
          </ac:spMkLst>
        </pc:spChg>
        <pc:spChg chg="mod">
          <ac:chgData name="Lewis, Joe" userId="059fa1cb-c9f4-401b-9c99-e7fef5354026" providerId="ADAL" clId="{F6F13A7A-5131-43C9-9F33-481E5B395D35}" dt="2025-09-21T14:09:40.724" v="1091" actId="20577"/>
          <ac:spMkLst>
            <pc:docMk/>
            <pc:sldMk cId="1466828776" sldId="484"/>
            <ac:spMk id="20" creationId="{0271F701-B241-5AE8-E09E-4DC2C60F621B}"/>
          </ac:spMkLst>
        </pc:spChg>
        <pc:spChg chg="mod">
          <ac:chgData name="Lewis, Joe" userId="059fa1cb-c9f4-401b-9c99-e7fef5354026" providerId="ADAL" clId="{F6F13A7A-5131-43C9-9F33-481E5B395D35}" dt="2025-09-21T14:08:54.366" v="1053" actId="6549"/>
          <ac:spMkLst>
            <pc:docMk/>
            <pc:sldMk cId="1466828776" sldId="484"/>
            <ac:spMk id="22" creationId="{C911B6ED-7EBC-58AE-E187-60ACCBCD0396}"/>
          </ac:spMkLst>
        </pc:s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ln w="0">
              <a:solidFill>
                <a:schemeClr val="accent1"/>
              </a:solidFill>
            </a:ln>
          </cx:spPr>
        </cx:plotSurface>
      </cx:plotAreaRegion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8B0A2-7DA9-4EF0-9D98-AF8D835563D2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7288" y="1143000"/>
            <a:ext cx="4543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23AE6-65F2-47A8-BBF6-B6C007250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80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55149"/>
            <a:ext cx="1036320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49128"/>
            <a:ext cx="9144000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6000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830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64352"/>
            <a:ext cx="1051560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41353"/>
            <a:ext cx="1051560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7611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04273"/>
            <a:ext cx="5181600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04273"/>
            <a:ext cx="5181600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6458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40856"/>
            <a:ext cx="1051560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29849"/>
            <a:ext cx="5157787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24646"/>
            <a:ext cx="5157787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29849"/>
            <a:ext cx="518318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24646"/>
            <a:ext cx="518318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72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2880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32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2027"/>
            <a:ext cx="3932237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2226"/>
            <a:ext cx="6172200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120"/>
            <a:ext cx="3932237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4793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2027"/>
            <a:ext cx="3932237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92226"/>
            <a:ext cx="6172200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120"/>
            <a:ext cx="3932237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18676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1887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40855"/>
            <a:ext cx="2628900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40855"/>
            <a:ext cx="7734300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8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Plai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105689-8BA2-7E1C-336E-D6DCB87844F6}"/>
              </a:ext>
            </a:extLst>
          </p:cNvPr>
          <p:cNvSpPr/>
          <p:nvPr userDrawn="1"/>
        </p:nvSpPr>
        <p:spPr>
          <a:xfrm>
            <a:off x="2" y="2"/>
            <a:ext cx="962025" cy="828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32503B-A5D1-4ADD-3456-0BA2CFD65698}"/>
              </a:ext>
            </a:extLst>
          </p:cNvPr>
          <p:cNvSpPr/>
          <p:nvPr userDrawn="1"/>
        </p:nvSpPr>
        <p:spPr>
          <a:xfrm>
            <a:off x="1204979" y="347449"/>
            <a:ext cx="2429481" cy="2786012"/>
          </a:xfrm>
          <a:prstGeom prst="roundRect">
            <a:avLst/>
          </a:prstGeom>
          <a:solidFill>
            <a:srgbClr val="0024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06C1B9-0394-7253-3C9E-E91FCBB543A9}"/>
              </a:ext>
            </a:extLst>
          </p:cNvPr>
          <p:cNvSpPr/>
          <p:nvPr userDrawn="1"/>
        </p:nvSpPr>
        <p:spPr>
          <a:xfrm>
            <a:off x="4002666" y="347449"/>
            <a:ext cx="2429481" cy="2786012"/>
          </a:xfrm>
          <a:prstGeom prst="roundRect">
            <a:avLst/>
          </a:prstGeom>
          <a:solidFill>
            <a:srgbClr val="004E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E72D54-1753-86E4-BAC9-874C0AE3DD74}"/>
              </a:ext>
            </a:extLst>
          </p:cNvPr>
          <p:cNvSpPr/>
          <p:nvPr userDrawn="1"/>
        </p:nvSpPr>
        <p:spPr>
          <a:xfrm>
            <a:off x="9598038" y="347449"/>
            <a:ext cx="2429481" cy="2786012"/>
          </a:xfrm>
          <a:prstGeom prst="roundRect">
            <a:avLst/>
          </a:prstGeom>
          <a:solidFill>
            <a:srgbClr val="3F0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CA3C-EBA4-4DFE-9E6B-816277D4B146}"/>
              </a:ext>
            </a:extLst>
          </p:cNvPr>
          <p:cNvSpPr txBox="1"/>
          <p:nvPr userDrawn="1"/>
        </p:nvSpPr>
        <p:spPr>
          <a:xfrm rot="16200000">
            <a:off x="-3653948" y="3755483"/>
            <a:ext cx="828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</a:rPr>
              <a:t>Core principals</a:t>
            </a:r>
            <a:endParaRPr lang="en-GB" sz="4400" b="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D3E6AA-15B1-D35C-4258-B7D2903E95E6}"/>
              </a:ext>
            </a:extLst>
          </p:cNvPr>
          <p:cNvSpPr/>
          <p:nvPr userDrawn="1"/>
        </p:nvSpPr>
        <p:spPr>
          <a:xfrm>
            <a:off x="6800347" y="347449"/>
            <a:ext cx="2429481" cy="2786012"/>
          </a:xfrm>
          <a:prstGeom prst="roundRect">
            <a:avLst/>
          </a:prstGeom>
          <a:solidFill>
            <a:srgbClr val="007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04780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40856"/>
            <a:ext cx="1051560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04273"/>
            <a:ext cx="1051560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74706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74706"/>
            <a:ext cx="41148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74706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1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</p:sldLayoutIdLst>
  <p:hf hdr="0" ftr="0" dt="0"/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microsoft.com/office/2014/relationships/chartEx" Target="../charts/chartEx1.xml"/><Relationship Id="rId47" Type="http://schemas.openxmlformats.org/officeDocument/2006/relationships/image" Target="../media/image45.jp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jpeg"/><Relationship Id="rId40" Type="http://schemas.openxmlformats.org/officeDocument/2006/relationships/image" Target="../media/image39.svg"/><Relationship Id="rId45" Type="http://schemas.openxmlformats.org/officeDocument/2006/relationships/image" Target="../media/image43.png"/><Relationship Id="rId5" Type="http://schemas.openxmlformats.org/officeDocument/2006/relationships/image" Target="../media/image4.jpe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2.png"/><Relationship Id="rId4" Type="http://schemas.openxmlformats.org/officeDocument/2006/relationships/image" Target="../media/image3.jpe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38" Type="http://schemas.openxmlformats.org/officeDocument/2006/relationships/image" Target="../media/image37.jpeg"/><Relationship Id="rId46" Type="http://schemas.openxmlformats.org/officeDocument/2006/relationships/image" Target="../media/image44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EE1948-DBB4-97B2-2938-6745B096B471}"/>
              </a:ext>
            </a:extLst>
          </p:cNvPr>
          <p:cNvSpPr/>
          <p:nvPr/>
        </p:nvSpPr>
        <p:spPr>
          <a:xfrm>
            <a:off x="8678560" y="127000"/>
            <a:ext cx="3405334" cy="804615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450505-4034-0CD4-B369-521D22D7D3BC}"/>
              </a:ext>
            </a:extLst>
          </p:cNvPr>
          <p:cNvSpPr/>
          <p:nvPr/>
        </p:nvSpPr>
        <p:spPr>
          <a:xfrm>
            <a:off x="5143617" y="124981"/>
            <a:ext cx="3344977" cy="804615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1030" name="Picture 6" descr="Announcing Calyx: Advancing Clinical ...">
            <a:extLst>
              <a:ext uri="{FF2B5EF4-FFF2-40B4-BE49-F238E27FC236}">
                <a16:creationId xmlns:a16="http://schemas.microsoft.com/office/drawing/2014/main" id="{00FC9504-3D03-535A-BC38-148F735B4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026" y="1852705"/>
            <a:ext cx="1035639" cy="53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00EB9E7-C902-1A2F-5E05-851E33B90EEF}"/>
              </a:ext>
            </a:extLst>
          </p:cNvPr>
          <p:cNvSpPr/>
          <p:nvPr/>
        </p:nvSpPr>
        <p:spPr>
          <a:xfrm>
            <a:off x="89599" y="3647046"/>
            <a:ext cx="4880076" cy="22714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D93F5F-752A-6059-C1FC-952329515F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3171"/>
            <a:ext cx="4872737" cy="3714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 defTabSz="457200"/>
            <a:r>
              <a:rPr lang="en-GB" sz="2400" b="1" dirty="0">
                <a:latin typeface="Aptos" panose="020B0004020202020204" pitchFamily="34" charset="0"/>
                <a:ea typeface="+mn-ea"/>
                <a:cs typeface="+mn-cs"/>
              </a:rPr>
              <a:t>Joe Lewis - Technology Executive</a:t>
            </a:r>
          </a:p>
        </p:txBody>
      </p:sp>
      <p:pic>
        <p:nvPicPr>
          <p:cNvPr id="1026" name="Picture 2" descr="Capital One Credit Cards UK | Apply For ...">
            <a:extLst>
              <a:ext uri="{FF2B5EF4-FFF2-40B4-BE49-F238E27FC236}">
                <a16:creationId xmlns:a16="http://schemas.microsoft.com/office/drawing/2014/main" id="{E4C2446D-DCDF-5494-0AF2-451BC5E47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132" y="3009569"/>
            <a:ext cx="1142471" cy="107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819480-1AFF-078E-93E9-CB2519AC2B3B}"/>
              </a:ext>
            </a:extLst>
          </p:cNvPr>
          <p:cNvSpPr txBox="1"/>
          <p:nvPr/>
        </p:nvSpPr>
        <p:spPr>
          <a:xfrm>
            <a:off x="9880400" y="2779748"/>
            <a:ext cx="22517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10 years finishing with 3.5 as Head of App Support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Most of what I know! Very strong process controls, Cyber, Cloud Migration, Cloud architecture excellence, Agile and agility, DevOps and modern software development, leadership and management, self-awareness, and more…</a:t>
            </a:r>
          </a:p>
        </p:txBody>
      </p:sp>
      <p:pic>
        <p:nvPicPr>
          <p:cNvPr id="1028" name="Picture 4" descr="CS Industry Directory - Equifax">
            <a:extLst>
              <a:ext uri="{FF2B5EF4-FFF2-40B4-BE49-F238E27FC236}">
                <a16:creationId xmlns:a16="http://schemas.microsoft.com/office/drawing/2014/main" id="{373D8703-06DD-2E99-BF8D-9B1020500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822" y="5535727"/>
            <a:ext cx="1299672" cy="86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3CAE59-DDD0-FFFC-AFC4-A2B8EFA8E60A}"/>
              </a:ext>
            </a:extLst>
          </p:cNvPr>
          <p:cNvSpPr txBox="1"/>
          <p:nvPr/>
        </p:nvSpPr>
        <p:spPr>
          <a:xfrm>
            <a:off x="9880400" y="1576386"/>
            <a:ext cx="225175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3 years as Director of Cloud, SRE and DevOps.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SRE, Finance P&amp;L ownership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Private Equity sale/ purchase/ Due Diligence</a:t>
            </a:r>
          </a:p>
        </p:txBody>
      </p:sp>
      <p:pic>
        <p:nvPicPr>
          <p:cNvPr id="1034" name="Picture 10" descr="Welcome Finance - My Financial Broker">
            <a:extLst>
              <a:ext uri="{FF2B5EF4-FFF2-40B4-BE49-F238E27FC236}">
                <a16:creationId xmlns:a16="http://schemas.microsoft.com/office/drawing/2014/main" id="{055CFF42-D529-B35A-2C2A-C717D3C7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707" y="7418071"/>
            <a:ext cx="1178199" cy="49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CC6966-0D68-B2F7-A468-466C72AA5DDC}"/>
              </a:ext>
            </a:extLst>
          </p:cNvPr>
          <p:cNvSpPr txBox="1"/>
          <p:nvPr/>
        </p:nvSpPr>
        <p:spPr>
          <a:xfrm>
            <a:off x="9880400" y="7308335"/>
            <a:ext cx="2016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2 years application support.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Technical skills and Corporate life without bikes.</a:t>
            </a:r>
          </a:p>
        </p:txBody>
      </p:sp>
      <p:pic>
        <p:nvPicPr>
          <p:cNvPr id="44" name="Graphic 43" descr="Neutral face with solid fill with solid fill">
            <a:extLst>
              <a:ext uri="{FF2B5EF4-FFF2-40B4-BE49-F238E27FC236}">
                <a16:creationId xmlns:a16="http://schemas.microsoft.com/office/drawing/2014/main" id="{18BE2C51-39D0-CD9F-F10D-15438785F7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022" y="4615583"/>
            <a:ext cx="311865" cy="311865"/>
          </a:xfrm>
          <a:prstGeom prst="rect">
            <a:avLst/>
          </a:prstGeom>
        </p:spPr>
      </p:pic>
      <p:pic>
        <p:nvPicPr>
          <p:cNvPr id="46" name="Graphic 45" descr="Smiling face with solid fill with solid fill">
            <a:extLst>
              <a:ext uri="{FF2B5EF4-FFF2-40B4-BE49-F238E27FC236}">
                <a16:creationId xmlns:a16="http://schemas.microsoft.com/office/drawing/2014/main" id="{38546656-2492-7F7F-6715-AB89E34221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5022" y="4308868"/>
            <a:ext cx="311865" cy="311865"/>
          </a:xfrm>
          <a:prstGeom prst="rect">
            <a:avLst/>
          </a:prstGeom>
        </p:spPr>
      </p:pic>
      <p:pic>
        <p:nvPicPr>
          <p:cNvPr id="48" name="Graphic 47" descr="Surprised face with solid fill with solid fill">
            <a:extLst>
              <a:ext uri="{FF2B5EF4-FFF2-40B4-BE49-F238E27FC236}">
                <a16:creationId xmlns:a16="http://schemas.microsoft.com/office/drawing/2014/main" id="{7DBAD193-F8ED-44C2-9CB4-3B83F83D00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5022" y="5535728"/>
            <a:ext cx="311865" cy="311865"/>
          </a:xfrm>
          <a:prstGeom prst="rect">
            <a:avLst/>
          </a:prstGeom>
        </p:spPr>
      </p:pic>
      <p:pic>
        <p:nvPicPr>
          <p:cNvPr id="50" name="Graphic 49" descr="In love face with solid fill with solid fill">
            <a:extLst>
              <a:ext uri="{FF2B5EF4-FFF2-40B4-BE49-F238E27FC236}">
                <a16:creationId xmlns:a16="http://schemas.microsoft.com/office/drawing/2014/main" id="{B815D32F-583E-E2DE-4AFF-88931CBE2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5022" y="4002153"/>
            <a:ext cx="311865" cy="311865"/>
          </a:xfrm>
          <a:prstGeom prst="rect">
            <a:avLst/>
          </a:prstGeom>
        </p:spPr>
      </p:pic>
      <p:pic>
        <p:nvPicPr>
          <p:cNvPr id="52" name="Graphic 51" descr="Sad face with solid fill with solid fill">
            <a:extLst>
              <a:ext uri="{FF2B5EF4-FFF2-40B4-BE49-F238E27FC236}">
                <a16:creationId xmlns:a16="http://schemas.microsoft.com/office/drawing/2014/main" id="{07B0E45D-5A94-CDD1-48F3-771A03B194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5022" y="5229013"/>
            <a:ext cx="311865" cy="311865"/>
          </a:xfrm>
          <a:prstGeom prst="rect">
            <a:avLst/>
          </a:prstGeom>
        </p:spPr>
      </p:pic>
      <p:pic>
        <p:nvPicPr>
          <p:cNvPr id="54" name="Graphic 53" descr="Confused face with solid fill with solid fill">
            <a:extLst>
              <a:ext uri="{FF2B5EF4-FFF2-40B4-BE49-F238E27FC236}">
                <a16:creationId xmlns:a16="http://schemas.microsoft.com/office/drawing/2014/main" id="{F00C7175-E235-9EF9-2A40-6640EB9EA5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5022" y="4922298"/>
            <a:ext cx="311865" cy="31186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8747744-CF7F-591C-D8E1-4C55825DB541}"/>
              </a:ext>
            </a:extLst>
          </p:cNvPr>
          <p:cNvSpPr txBox="1"/>
          <p:nvPr/>
        </p:nvSpPr>
        <p:spPr>
          <a:xfrm>
            <a:off x="478554" y="401940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Coaching and improving behaviours and more effective culture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7F9372-CB13-B0A5-5C45-260469FD2A8B}"/>
              </a:ext>
            </a:extLst>
          </p:cNvPr>
          <p:cNvSpPr txBox="1"/>
          <p:nvPr/>
        </p:nvSpPr>
        <p:spPr>
          <a:xfrm>
            <a:off x="478548" y="4945320"/>
            <a:ext cx="4467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Having to battle to raise the bar of performance across my organisation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1A2E8D-28DC-2F7F-6B92-381EBC04D635}"/>
              </a:ext>
            </a:extLst>
          </p:cNvPr>
          <p:cNvSpPr txBox="1"/>
          <p:nvPr/>
        </p:nvSpPr>
        <p:spPr>
          <a:xfrm>
            <a:off x="478554" y="432804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Seeing delivery efficiency directly from my leadership and guidance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8A1513-426A-D30E-141B-DD14B43BC41C}"/>
              </a:ext>
            </a:extLst>
          </p:cNvPr>
          <p:cNvSpPr txBox="1"/>
          <p:nvPr/>
        </p:nvSpPr>
        <p:spPr>
          <a:xfrm>
            <a:off x="478554" y="463668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Being autonomous and driving my own destiny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1EE37-D49C-4EEF-3887-96F36C8D9A73}"/>
              </a:ext>
            </a:extLst>
          </p:cNvPr>
          <p:cNvSpPr txBox="1"/>
          <p:nvPr/>
        </p:nvSpPr>
        <p:spPr>
          <a:xfrm>
            <a:off x="478554" y="525396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Having to read overly-lengthily detail to get the information I need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EABB99-0DD0-FCD1-0DC6-11081191EFC0}"/>
              </a:ext>
            </a:extLst>
          </p:cNvPr>
          <p:cNvSpPr txBox="1"/>
          <p:nvPr/>
        </p:nvSpPr>
        <p:spPr>
          <a:xfrm>
            <a:off x="478554" y="5562600"/>
            <a:ext cx="4491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Needing to drive people to do what I feel are fundamentals of their role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B3DA3B1-8F89-8C33-7F52-D13442ECE91B}"/>
              </a:ext>
            </a:extLst>
          </p:cNvPr>
          <p:cNvSpPr/>
          <p:nvPr/>
        </p:nvSpPr>
        <p:spPr>
          <a:xfrm>
            <a:off x="208056" y="3705486"/>
            <a:ext cx="4603215" cy="298790"/>
          </a:xfrm>
          <a:prstGeom prst="rect">
            <a:avLst/>
          </a:prstGeom>
          <a:solidFill>
            <a:srgbClr val="004E9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Aptos" panose="020B0004020202020204" pitchFamily="34" charset="0"/>
              </a:rPr>
              <a:t>Professional Profile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5E2ED3DC-3E00-ACBE-B190-CA3538C83BF9}"/>
              </a:ext>
            </a:extLst>
          </p:cNvPr>
          <p:cNvSpPr/>
          <p:nvPr/>
        </p:nvSpPr>
        <p:spPr>
          <a:xfrm>
            <a:off x="89810" y="6061710"/>
            <a:ext cx="4880077" cy="20993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80E408AF-E537-C86C-340D-D01C0C608695}"/>
              </a:ext>
            </a:extLst>
          </p:cNvPr>
          <p:cNvSpPr/>
          <p:nvPr/>
        </p:nvSpPr>
        <p:spPr>
          <a:xfrm>
            <a:off x="208267" y="6137870"/>
            <a:ext cx="4608589" cy="298790"/>
          </a:xfrm>
          <a:prstGeom prst="rect">
            <a:avLst/>
          </a:prstGeom>
          <a:solidFill>
            <a:srgbClr val="00246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Aptos" panose="020B0004020202020204" pitchFamily="34" charset="0"/>
              </a:rPr>
              <a:t>Balance of my time</a:t>
            </a:r>
          </a:p>
        </p:txBody>
      </p:sp>
      <p:pic>
        <p:nvPicPr>
          <p:cNvPr id="1126" name="Picture 1125">
            <a:extLst>
              <a:ext uri="{FF2B5EF4-FFF2-40B4-BE49-F238E27FC236}">
                <a16:creationId xmlns:a16="http://schemas.microsoft.com/office/drawing/2014/main" id="{93E4A780-4C98-11D2-7589-8EBDC3C060B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9499" y="6577988"/>
            <a:ext cx="1355071" cy="432129"/>
          </a:xfrm>
          <a:prstGeom prst="rect">
            <a:avLst/>
          </a:prstGeom>
        </p:spPr>
      </p:pic>
      <p:pic>
        <p:nvPicPr>
          <p:cNvPr id="2" name="Picture 2" descr="Eq Logo 128">
            <a:extLst>
              <a:ext uri="{FF2B5EF4-FFF2-40B4-BE49-F238E27FC236}">
                <a16:creationId xmlns:a16="http://schemas.microsoft.com/office/drawing/2014/main" id="{1A634B31-5D48-E9EF-BAA8-06A24ABC0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427" y="395446"/>
            <a:ext cx="694757" cy="69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FC30AF-3298-9FAE-1F3A-15587DB8A637}"/>
              </a:ext>
            </a:extLst>
          </p:cNvPr>
          <p:cNvSpPr txBox="1"/>
          <p:nvPr/>
        </p:nvSpPr>
        <p:spPr>
          <a:xfrm>
            <a:off x="9880400" y="234992"/>
            <a:ext cx="225175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2 years as Director of Software Engineering.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Large scale leadership (&gt; 650 FTE). Improving poor culture under delivery pressure.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Product led and customer focus.</a:t>
            </a:r>
          </a:p>
        </p:txBody>
      </p:sp>
      <p:pic>
        <p:nvPicPr>
          <p:cNvPr id="18" name="Graphic 17" descr="House outline">
            <a:extLst>
              <a:ext uri="{FF2B5EF4-FFF2-40B4-BE49-F238E27FC236}">
                <a16:creationId xmlns:a16="http://schemas.microsoft.com/office/drawing/2014/main" id="{5609AD92-21CF-DEB7-480A-3D2D213877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16124" y="467818"/>
            <a:ext cx="253511" cy="2535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F31BD98-5E17-7E59-D907-ACF13DAABD76}"/>
              </a:ext>
            </a:extLst>
          </p:cNvPr>
          <p:cNvSpPr txBox="1"/>
          <p:nvPr/>
        </p:nvSpPr>
        <p:spPr>
          <a:xfrm>
            <a:off x="1823531" y="483895"/>
            <a:ext cx="3167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Grantham based, seeking London-hybrid</a:t>
            </a:r>
          </a:p>
        </p:txBody>
      </p:sp>
      <p:pic>
        <p:nvPicPr>
          <p:cNvPr id="24" name="Graphic 23" descr="Smart Phone outline">
            <a:extLst>
              <a:ext uri="{FF2B5EF4-FFF2-40B4-BE49-F238E27FC236}">
                <a16:creationId xmlns:a16="http://schemas.microsoft.com/office/drawing/2014/main" id="{37CEF787-E11A-E20B-CB45-60D91E12137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632631" y="750026"/>
            <a:ext cx="218082" cy="21808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493F0A1-BF59-2302-DDAA-1EA14E23DF5D}"/>
              </a:ext>
            </a:extLst>
          </p:cNvPr>
          <p:cNvSpPr txBox="1"/>
          <p:nvPr/>
        </p:nvSpPr>
        <p:spPr>
          <a:xfrm>
            <a:off x="1823530" y="734437"/>
            <a:ext cx="3120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+44 7843 081 640</a:t>
            </a:r>
          </a:p>
        </p:txBody>
      </p:sp>
      <p:pic>
        <p:nvPicPr>
          <p:cNvPr id="27" name="Graphic 26" descr="Internet outline">
            <a:extLst>
              <a:ext uri="{FF2B5EF4-FFF2-40B4-BE49-F238E27FC236}">
                <a16:creationId xmlns:a16="http://schemas.microsoft.com/office/drawing/2014/main" id="{59898B83-72CD-C715-8DBC-B53B6C8191D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607737" y="1233917"/>
            <a:ext cx="271508" cy="2715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1F44B72-E464-D2FD-0236-47444C288AA0}"/>
              </a:ext>
            </a:extLst>
          </p:cNvPr>
          <p:cNvSpPr txBox="1"/>
          <p:nvPr/>
        </p:nvSpPr>
        <p:spPr>
          <a:xfrm>
            <a:off x="1823530" y="1235522"/>
            <a:ext cx="31461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https://uk.linkedin.com/in/joe-Lewis-notts</a:t>
            </a:r>
          </a:p>
        </p:txBody>
      </p:sp>
      <p:pic>
        <p:nvPicPr>
          <p:cNvPr id="31" name="Picture 4" descr="AWS Certified Cloud Practitioner Exam ...">
            <a:extLst>
              <a:ext uri="{FF2B5EF4-FFF2-40B4-BE49-F238E27FC236}">
                <a16:creationId xmlns:a16="http://schemas.microsoft.com/office/drawing/2014/main" id="{9B7B5ACF-C9C2-27F4-7790-ED3CDE44B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063" y="3160484"/>
            <a:ext cx="1104903" cy="57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ertified: Security ...">
            <a:extLst>
              <a:ext uri="{FF2B5EF4-FFF2-40B4-BE49-F238E27FC236}">
                <a16:creationId xmlns:a16="http://schemas.microsoft.com/office/drawing/2014/main" id="{19BE227D-F487-AFEE-F270-4B85F546A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31" y="3176181"/>
            <a:ext cx="572168" cy="5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Microsoft Certified: Azure Fundamentals ...">
            <a:extLst>
              <a:ext uri="{FF2B5EF4-FFF2-40B4-BE49-F238E27FC236}">
                <a16:creationId xmlns:a16="http://schemas.microsoft.com/office/drawing/2014/main" id="{3EEE8E8B-FD6E-34E3-6613-04D66A0FF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052" y="3179865"/>
            <a:ext cx="577401" cy="57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University Oxford - Saïd Business ...">
            <a:extLst>
              <a:ext uri="{FF2B5EF4-FFF2-40B4-BE49-F238E27FC236}">
                <a16:creationId xmlns:a16="http://schemas.microsoft.com/office/drawing/2014/main" id="{1785A263-6448-B2CD-D5D0-ECE9A7781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44" y="622130"/>
            <a:ext cx="1068340" cy="106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iversity of Leicester | Across the Pond">
            <a:extLst>
              <a:ext uri="{FF2B5EF4-FFF2-40B4-BE49-F238E27FC236}">
                <a16:creationId xmlns:a16="http://schemas.microsoft.com/office/drawing/2014/main" id="{9DA1EFE8-FE29-A70A-CE83-8BA1F131C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302" y="268427"/>
            <a:ext cx="1531608" cy="40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nOps Certified Practitioner - Credly">
            <a:extLst>
              <a:ext uri="{FF2B5EF4-FFF2-40B4-BE49-F238E27FC236}">
                <a16:creationId xmlns:a16="http://schemas.microsoft.com/office/drawing/2014/main" id="{374D74CA-640E-FC26-8D7B-FB1703F52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038" y="4129836"/>
            <a:ext cx="544942" cy="54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4" descr="Professional Scrum Master™ I (PSM I ...">
            <a:extLst>
              <a:ext uri="{FF2B5EF4-FFF2-40B4-BE49-F238E27FC236}">
                <a16:creationId xmlns:a16="http://schemas.microsoft.com/office/drawing/2014/main" id="{E555F4A4-5147-B032-03EC-BE7CA62C4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768" y="5088995"/>
            <a:ext cx="658494" cy="65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evOps Foundation (DOFD)® — DevOps ...">
            <a:extLst>
              <a:ext uri="{FF2B5EF4-FFF2-40B4-BE49-F238E27FC236}">
                <a16:creationId xmlns:a16="http://schemas.microsoft.com/office/drawing/2014/main" id="{1159BE55-88B7-0FBF-5B8C-16F6CCD98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683" y="6124071"/>
            <a:ext cx="638196" cy="6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Certified Agile Service Manager (CASM ...">
            <a:extLst>
              <a:ext uri="{FF2B5EF4-FFF2-40B4-BE49-F238E27FC236}">
                <a16:creationId xmlns:a16="http://schemas.microsoft.com/office/drawing/2014/main" id="{8993146F-7C9A-4722-1CD7-54B4CF9C5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102" y="6137626"/>
            <a:ext cx="638196" cy="6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81A2086-04E7-6A7D-4396-ADDAD0DF416B}"/>
              </a:ext>
            </a:extLst>
          </p:cNvPr>
          <p:cNvSpPr txBox="1"/>
          <p:nvPr/>
        </p:nvSpPr>
        <p:spPr>
          <a:xfrm>
            <a:off x="5315203" y="615223"/>
            <a:ext cx="3020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MSc Environmental Informatics and GIS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1F69A-5F42-9ACD-ACE5-3CDB28449817}"/>
              </a:ext>
            </a:extLst>
          </p:cNvPr>
          <p:cNvSpPr txBox="1"/>
          <p:nvPr/>
        </p:nvSpPr>
        <p:spPr>
          <a:xfrm>
            <a:off x="9880400" y="5432573"/>
            <a:ext cx="2016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4 years technical support and ITSM.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Finance, enterprise software technical skills, Process/ ITSM.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2AE048-D6BA-BF5F-55F6-7385BAF7B0E6}"/>
              </a:ext>
            </a:extLst>
          </p:cNvPr>
          <p:cNvSpPr txBox="1"/>
          <p:nvPr/>
        </p:nvSpPr>
        <p:spPr>
          <a:xfrm>
            <a:off x="5342143" y="1415571"/>
            <a:ext cx="3020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Executive Leadership Programme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F13E83-9543-B4F7-0F7F-E214E8E706FD}"/>
              </a:ext>
            </a:extLst>
          </p:cNvPr>
          <p:cNvSpPr txBox="1"/>
          <p:nvPr/>
        </p:nvSpPr>
        <p:spPr>
          <a:xfrm>
            <a:off x="5315203" y="3729559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Fluent in major cloud platforms and modern, cloud native application architectures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B14E71-003B-F734-025F-DE0FADAB71AA}"/>
              </a:ext>
            </a:extLst>
          </p:cNvPr>
          <p:cNvSpPr txBox="1"/>
          <p:nvPr/>
        </p:nvSpPr>
        <p:spPr>
          <a:xfrm>
            <a:off x="5315301" y="4609707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Year of P&amp;L ownership and Cloud accounting mechanisms, business recharge and optimisation</a:t>
            </a:r>
          </a:p>
        </p:txBody>
      </p:sp>
      <p:pic>
        <p:nvPicPr>
          <p:cNvPr id="1056" name="Picture 32" descr="Leading SAFe - SAFe® 5 Agilist (SA ...">
            <a:extLst>
              <a:ext uri="{FF2B5EF4-FFF2-40B4-BE49-F238E27FC236}">
                <a16:creationId xmlns:a16="http://schemas.microsoft.com/office/drawing/2014/main" id="{640B0427-281F-2AF5-ADF0-16D86CAE2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182" y="5047930"/>
            <a:ext cx="923149" cy="6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E57F519-6B9A-9B0E-30B1-70A6BD11DEA2}"/>
              </a:ext>
            </a:extLst>
          </p:cNvPr>
          <p:cNvSpPr txBox="1"/>
          <p:nvPr/>
        </p:nvSpPr>
        <p:spPr>
          <a:xfrm>
            <a:off x="5331528" y="5734975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Deeply experience in optimising delivery efficiencies through Agile methodologies</a:t>
            </a:r>
          </a:p>
        </p:txBody>
      </p:sp>
      <p:pic>
        <p:nvPicPr>
          <p:cNvPr id="1058" name="Picture 34" descr="SAFe® 5 DevOps Practitioner (SDP ...">
            <a:extLst>
              <a:ext uri="{FF2B5EF4-FFF2-40B4-BE49-F238E27FC236}">
                <a16:creationId xmlns:a16="http://schemas.microsoft.com/office/drawing/2014/main" id="{E450D4CB-FCD9-5899-BD22-CD2428C79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052" y="5046146"/>
            <a:ext cx="729817" cy="72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AF87126-3C14-DC36-FAB5-E7B31EF2D4FC}"/>
              </a:ext>
            </a:extLst>
          </p:cNvPr>
          <p:cNvSpPr txBox="1"/>
          <p:nvPr/>
        </p:nvSpPr>
        <p:spPr>
          <a:xfrm>
            <a:off x="5298304" y="6725979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Evangelist in DevOps practices to improve flow, delivery efficiency and predictability</a:t>
            </a:r>
          </a:p>
        </p:txBody>
      </p:sp>
      <p:pic>
        <p:nvPicPr>
          <p:cNvPr id="63" name="Picture 16" descr="ITIL Intermediate Certification Exam ...">
            <a:extLst>
              <a:ext uri="{FF2B5EF4-FFF2-40B4-BE49-F238E27FC236}">
                <a16:creationId xmlns:a16="http://schemas.microsoft.com/office/drawing/2014/main" id="{CD8243A2-E937-5287-F6D7-44DC3985D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591" y="7280231"/>
            <a:ext cx="756701" cy="39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8" descr="Kepner-Tregoe">
            <a:extLst>
              <a:ext uri="{FF2B5EF4-FFF2-40B4-BE49-F238E27FC236}">
                <a16:creationId xmlns:a16="http://schemas.microsoft.com/office/drawing/2014/main" id="{8913BCE2-7625-5213-5EC7-A54FBB320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092" y="7220535"/>
            <a:ext cx="459699" cy="459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BE13D319-98C5-EEEF-F79D-F6FCCA69AD41}"/>
              </a:ext>
            </a:extLst>
          </p:cNvPr>
          <p:cNvSpPr txBox="1"/>
          <p:nvPr/>
        </p:nvSpPr>
        <p:spPr>
          <a:xfrm>
            <a:off x="5322662" y="7651797"/>
            <a:ext cx="3020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Years of operational experience focussed on high availability and tight regulatory expectations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B2FB8CF-FE92-C056-8E92-EA903D5A61F3}"/>
              </a:ext>
            </a:extLst>
          </p:cNvPr>
          <p:cNvSpPr/>
          <p:nvPr/>
        </p:nvSpPr>
        <p:spPr>
          <a:xfrm>
            <a:off x="96942" y="1557193"/>
            <a:ext cx="4872737" cy="19835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4C42AA2-B7F5-77E3-A84A-98EE55932AC5}"/>
              </a:ext>
            </a:extLst>
          </p:cNvPr>
          <p:cNvSpPr/>
          <p:nvPr/>
        </p:nvSpPr>
        <p:spPr>
          <a:xfrm>
            <a:off x="208056" y="1608125"/>
            <a:ext cx="4603215" cy="298790"/>
          </a:xfrm>
          <a:prstGeom prst="rect">
            <a:avLst/>
          </a:prstGeom>
          <a:solidFill>
            <a:srgbClr val="007BB8"/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Aptos" panose="020B0004020202020204" pitchFamily="34" charset="0"/>
              </a:rPr>
              <a:t>Professional Summary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3DA0370F-04EB-B3FA-D006-3656E11E98E8}"/>
              </a:ext>
            </a:extLst>
          </p:cNvPr>
          <p:cNvSpPr txBox="1"/>
          <p:nvPr/>
        </p:nvSpPr>
        <p:spPr>
          <a:xfrm>
            <a:off x="110151" y="1901165"/>
            <a:ext cx="487273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A growth mindset leader with 25 years of experience in FSI and Life Sciences and a wealth of experience across the whole Technology lifecycle. I understand how to build modern, scalable and cost-effective products, based on my technical and commercial experience.</a:t>
            </a:r>
          </a:p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I embed an Engineering culture of automating everything in code, and have AI write more than half of it.</a:t>
            </a:r>
          </a:p>
          <a:p>
            <a:pPr>
              <a:defRPr/>
            </a:pPr>
            <a:r>
              <a:rPr lang="en-GB" sz="1100" dirty="0">
                <a:solidFill>
                  <a:srgbClr val="3B3B3A"/>
                </a:solidFill>
                <a:latin typeface="Aptos" panose="020B0004020202020204" pitchFamily="34" charset="0"/>
              </a:rPr>
              <a:t>I collaborate effectively to build shared empathy, but I carry strong influencing skills.  My experience and battle scars uniquely position me as an effective candidate to lead at scale, building commercially competitive products.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809E40DE-B0D7-F28A-4C58-8C1E62B427E4}"/>
              </a:ext>
            </a:extLst>
          </p:cNvPr>
          <p:cNvSpPr txBox="1"/>
          <p:nvPr/>
        </p:nvSpPr>
        <p:spPr>
          <a:xfrm>
            <a:off x="1819196" y="984979"/>
            <a:ext cx="31720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joelewisnotts@hotmail.co.uk</a:t>
            </a:r>
          </a:p>
        </p:txBody>
      </p:sp>
      <p:pic>
        <p:nvPicPr>
          <p:cNvPr id="1047" name="Graphic 1046" descr="Email outline">
            <a:extLst>
              <a:ext uri="{FF2B5EF4-FFF2-40B4-BE49-F238E27FC236}">
                <a16:creationId xmlns:a16="http://schemas.microsoft.com/office/drawing/2014/main" id="{C4413E5E-FA8D-AEC7-7FB0-6ED90E2A30A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624448" y="996805"/>
            <a:ext cx="235639" cy="2084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49867-9F16-AC1B-1AAA-4A7D2B583DA6}"/>
              </a:ext>
            </a:extLst>
          </p:cNvPr>
          <p:cNvSpPr txBox="1"/>
          <p:nvPr/>
        </p:nvSpPr>
        <p:spPr>
          <a:xfrm>
            <a:off x="9880400" y="6501373"/>
            <a:ext cx="20169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4 years software coding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software development coding and line management.</a:t>
            </a:r>
          </a:p>
        </p:txBody>
      </p:sp>
      <p:pic>
        <p:nvPicPr>
          <p:cNvPr id="3" name="Picture 2" descr="Capita Software – ServiceNow – Customer ...">
            <a:extLst>
              <a:ext uri="{FF2B5EF4-FFF2-40B4-BE49-F238E27FC236}">
                <a16:creationId xmlns:a16="http://schemas.microsoft.com/office/drawing/2014/main" id="{100C6228-699C-74CA-9A24-8A4E6A7CB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105" y="4587643"/>
            <a:ext cx="1105023" cy="55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278A1E-2F23-D82B-706A-A21F2AC8D0F5}"/>
              </a:ext>
            </a:extLst>
          </p:cNvPr>
          <p:cNvSpPr txBox="1"/>
          <p:nvPr/>
        </p:nvSpPr>
        <p:spPr>
          <a:xfrm>
            <a:off x="9880400" y="4441330"/>
            <a:ext cx="2123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3B3B3A"/>
                </a:solidFill>
                <a:latin typeface="Aptos" panose="020B0004020202020204" pitchFamily="34" charset="0"/>
              </a:rPr>
              <a:t>2 years in Software Configuration</a:t>
            </a:r>
          </a:p>
          <a:p>
            <a:pPr>
              <a:defRPr/>
            </a:pPr>
            <a:r>
              <a:rPr lang="en-GB" sz="1000" dirty="0">
                <a:solidFill>
                  <a:srgbClr val="006E8E"/>
                </a:solidFill>
                <a:latin typeface="Aptos" panose="020B0004020202020204" pitchFamily="34" charset="0"/>
              </a:rPr>
              <a:t>Learned: Large strategic programmes and dev cycles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B08E8D-DB7F-9D76-EABB-C17388C0D0B0}"/>
              </a:ext>
            </a:extLst>
          </p:cNvPr>
          <p:cNvSpPr/>
          <p:nvPr/>
        </p:nvSpPr>
        <p:spPr>
          <a:xfrm>
            <a:off x="962975" y="6693161"/>
            <a:ext cx="648137" cy="1379319"/>
          </a:xfrm>
          <a:prstGeom prst="roundRect">
            <a:avLst/>
          </a:prstGeom>
          <a:solidFill>
            <a:srgbClr val="007BB8"/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At Home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825F16-F538-E5F0-E136-5B2D43AA0A74}"/>
              </a:ext>
            </a:extLst>
          </p:cNvPr>
          <p:cNvSpPr/>
          <p:nvPr/>
        </p:nvSpPr>
        <p:spPr>
          <a:xfrm>
            <a:off x="962975" y="6693165"/>
            <a:ext cx="648137" cy="7679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London or other UK Offices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B64E1E-A3EB-B47D-68F1-46BC9725F20D}"/>
              </a:ext>
            </a:extLst>
          </p:cNvPr>
          <p:cNvSpPr/>
          <p:nvPr/>
        </p:nvSpPr>
        <p:spPr>
          <a:xfrm>
            <a:off x="962975" y="6693165"/>
            <a:ext cx="648137" cy="217070"/>
          </a:xfrm>
          <a:prstGeom prst="roundRect">
            <a:avLst/>
          </a:prstGeom>
          <a:solidFill>
            <a:srgbClr val="3F0065"/>
          </a:solidFill>
          <a:ln w="9525"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Offices abroad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BDC9452-1ACC-CE6B-52BC-A414F2FD5A53}"/>
              </a:ext>
            </a:extLst>
          </p:cNvPr>
          <p:cNvSpPr/>
          <p:nvPr/>
        </p:nvSpPr>
        <p:spPr>
          <a:xfrm>
            <a:off x="203611" y="6686134"/>
            <a:ext cx="648137" cy="1382198"/>
          </a:xfrm>
          <a:prstGeom prst="roundRect">
            <a:avLst/>
          </a:prstGeom>
          <a:solidFill>
            <a:srgbClr val="004E9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Running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3BC26D-8353-3E37-84E1-24228A4F7935}"/>
              </a:ext>
            </a:extLst>
          </p:cNvPr>
          <p:cNvSpPr/>
          <p:nvPr/>
        </p:nvSpPr>
        <p:spPr>
          <a:xfrm>
            <a:off x="203611" y="6686131"/>
            <a:ext cx="648137" cy="738360"/>
          </a:xfrm>
          <a:prstGeom prst="roundRect">
            <a:avLst/>
          </a:prstGeom>
          <a:solidFill>
            <a:srgbClr val="007BB8"/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Football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315160A-F7FD-74F7-0F0C-DD08899A6C8C}"/>
              </a:ext>
            </a:extLst>
          </p:cNvPr>
          <p:cNvSpPr/>
          <p:nvPr/>
        </p:nvSpPr>
        <p:spPr>
          <a:xfrm>
            <a:off x="203611" y="6686132"/>
            <a:ext cx="648137" cy="46321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endParaRPr lang="en-GB" sz="800" dirty="0">
              <a:latin typeface="Aptos" panose="020B0004020202020204" pitchFamily="34" charset="0"/>
            </a:endParaRPr>
          </a:p>
          <a:p>
            <a:pPr algn="ctr"/>
            <a:r>
              <a:rPr lang="en-GB" sz="800" dirty="0">
                <a:latin typeface="Aptos" panose="020B0004020202020204" pitchFamily="34" charset="0"/>
              </a:rPr>
              <a:t>Cycling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4CE902-16A1-1668-C063-26D8BA484F98}"/>
              </a:ext>
            </a:extLst>
          </p:cNvPr>
          <p:cNvSpPr/>
          <p:nvPr/>
        </p:nvSpPr>
        <p:spPr>
          <a:xfrm>
            <a:off x="952747" y="6512681"/>
            <a:ext cx="648137" cy="134379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Location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3ECF9-35D8-3692-E35B-3BA674F19F50}"/>
              </a:ext>
            </a:extLst>
          </p:cNvPr>
          <p:cNvSpPr/>
          <p:nvPr/>
        </p:nvSpPr>
        <p:spPr>
          <a:xfrm>
            <a:off x="210654" y="6505917"/>
            <a:ext cx="648137" cy="134379"/>
          </a:xfrm>
          <a:prstGeom prst="rect">
            <a:avLst/>
          </a:prstGeom>
          <a:solidFill>
            <a:srgbClr val="00246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Hobbies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6E1DA80-9C9D-CDA4-8700-9D94269ABE4E}"/>
              </a:ext>
            </a:extLst>
          </p:cNvPr>
          <p:cNvSpPr/>
          <p:nvPr/>
        </p:nvSpPr>
        <p:spPr>
          <a:xfrm>
            <a:off x="204722" y="6680383"/>
            <a:ext cx="648137" cy="171006"/>
          </a:xfrm>
          <a:prstGeom prst="roundRect">
            <a:avLst/>
          </a:prstGeom>
          <a:solidFill>
            <a:srgbClr val="3F0065"/>
          </a:solidFill>
          <a:ln w="9525"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atin typeface="Aptos" panose="020B0004020202020204" pitchFamily="34" charset="0"/>
              </a:rPr>
              <a:t>Guitar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A8FB4A8A-557F-F995-5949-3C2CECBCF5E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87851354"/>
                  </p:ext>
                </p:extLst>
              </p:nvPr>
            </p:nvGraphicFramePr>
            <p:xfrm>
              <a:off x="1606102" y="6424664"/>
              <a:ext cx="3285774" cy="173178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2"/>
              </a:graphicData>
            </a:graphic>
          </p:graphicFrame>
        </mc:Choice>
        <mc:Fallback xmlns="">
          <p:pic>
            <p:nvPicPr>
              <p:cNvPr id="19" name="Chart 18">
                <a:extLst>
                  <a:ext uri="{FF2B5EF4-FFF2-40B4-BE49-F238E27FC236}">
                    <a16:creationId xmlns:a16="http://schemas.microsoft.com/office/drawing/2014/main" id="{A8FB4A8A-557F-F995-5949-3C2CECBCF5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06102" y="6424664"/>
                <a:ext cx="3285774" cy="1731781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0B7D1F12-E6FB-5A98-D701-EC62EEFB80F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90" y="481391"/>
            <a:ext cx="1048090" cy="105418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39D6361-A43C-553C-2514-A8A9802078B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719972" y="1956774"/>
            <a:ext cx="572168" cy="568231"/>
          </a:xfrm>
          <a:prstGeom prst="rect">
            <a:avLst/>
          </a:prstGeom>
        </p:spPr>
      </p:pic>
      <p:pic>
        <p:nvPicPr>
          <p:cNvPr id="1029" name="Picture 1028" descr="A hexagon with white text&#10;&#10;AI-generated content may be incorrect.">
            <a:extLst>
              <a:ext uri="{FF2B5EF4-FFF2-40B4-BE49-F238E27FC236}">
                <a16:creationId xmlns:a16="http://schemas.microsoft.com/office/drawing/2014/main" id="{A91EFDA5-30E5-10C5-8E2D-531D4010380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795" y="1868885"/>
            <a:ext cx="572168" cy="662629"/>
          </a:xfrm>
          <a:prstGeom prst="rect">
            <a:avLst/>
          </a:prstGeom>
        </p:spPr>
      </p:pic>
      <p:pic>
        <p:nvPicPr>
          <p:cNvPr id="1036" name="Picture 1035">
            <a:extLst>
              <a:ext uri="{FF2B5EF4-FFF2-40B4-BE49-F238E27FC236}">
                <a16:creationId xmlns:a16="http://schemas.microsoft.com/office/drawing/2014/main" id="{8705242C-FD27-CC97-01CF-C733AB1892D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881" y="1851678"/>
            <a:ext cx="664627" cy="664627"/>
          </a:xfrm>
          <a:prstGeom prst="rect">
            <a:avLst/>
          </a:prstGeom>
        </p:spPr>
      </p:pic>
      <p:sp>
        <p:nvSpPr>
          <p:cNvPr id="1040" name="TextBox 1039">
            <a:extLst>
              <a:ext uri="{FF2B5EF4-FFF2-40B4-BE49-F238E27FC236}">
                <a16:creationId xmlns:a16="http://schemas.microsoft.com/office/drawing/2014/main" id="{DB86ADB9-7966-A86F-D8EA-6D97481D2D8D}"/>
              </a:ext>
            </a:extLst>
          </p:cNvPr>
          <p:cNvSpPr txBox="1"/>
          <p:nvPr/>
        </p:nvSpPr>
        <p:spPr>
          <a:xfrm>
            <a:off x="5315203" y="2495685"/>
            <a:ext cx="30209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Implementing AI into the Engineering culture to create &gt;50% of code through AI tooling.</a:t>
            </a:r>
          </a:p>
          <a:p>
            <a:pPr algn="ctr">
              <a:defRPr/>
            </a:pPr>
            <a:r>
              <a:rPr lang="en-GB" sz="1000" dirty="0">
                <a:solidFill>
                  <a:srgbClr val="3B3B3A"/>
                </a:solidFill>
                <a:latin typeface="Aptos" panose="020B0004020202020204" pitchFamily="34" charset="0"/>
              </a:rPr>
              <a:t>Using AI to optimise daily tasks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BF054DDE-5619-B2F0-EDB0-CFBA4DD32324}"/>
              </a:ext>
            </a:extLst>
          </p:cNvPr>
          <p:cNvSpPr txBox="1"/>
          <p:nvPr/>
        </p:nvSpPr>
        <p:spPr>
          <a:xfrm>
            <a:off x="7752767" y="2399212"/>
            <a:ext cx="8176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600" i="1" dirty="0">
                <a:solidFill>
                  <a:srgbClr val="002465"/>
                </a:solidFill>
                <a:latin typeface="Aptos" panose="020B0004020202020204" pitchFamily="34" charset="0"/>
              </a:rPr>
              <a:t>Exam in October…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200FC4D-2C20-680F-B3BD-0BE4F91C6A4D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671346" y="6501372"/>
            <a:ext cx="3139925" cy="155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5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C1F19-8001-AB1A-186F-62EE8E93D4DC}"/>
              </a:ext>
            </a:extLst>
          </p:cNvPr>
          <p:cNvSpPr txBox="1"/>
          <p:nvPr/>
        </p:nvSpPr>
        <p:spPr>
          <a:xfrm>
            <a:off x="1236472" y="2403120"/>
            <a:ext cx="239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Calibri" panose="020F0502020204030204"/>
              </a:rPr>
              <a:t>Strategic Leadership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27066-8045-3563-765B-48C2DCAEFCB8}"/>
              </a:ext>
            </a:extLst>
          </p:cNvPr>
          <p:cNvSpPr txBox="1"/>
          <p:nvPr/>
        </p:nvSpPr>
        <p:spPr>
          <a:xfrm>
            <a:off x="4029939" y="2403120"/>
            <a:ext cx="239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Calibri" panose="020F0502020204030204"/>
              </a:rPr>
              <a:t>People Leadership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8727D-D98C-3973-7CAE-CA54D55F521A}"/>
              </a:ext>
            </a:extLst>
          </p:cNvPr>
          <p:cNvSpPr txBox="1"/>
          <p:nvPr/>
        </p:nvSpPr>
        <p:spPr>
          <a:xfrm>
            <a:off x="9637844" y="2403120"/>
            <a:ext cx="239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Calibri" panose="020F0502020204030204"/>
              </a:rPr>
              <a:t>Technology direction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A8C88E-5476-F512-F827-204D97BFC677}"/>
              </a:ext>
            </a:extLst>
          </p:cNvPr>
          <p:cNvSpPr/>
          <p:nvPr/>
        </p:nvSpPr>
        <p:spPr>
          <a:xfrm>
            <a:off x="1018572" y="3329601"/>
            <a:ext cx="2743200" cy="4245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Understand business outcomes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Gather organisational context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Create vision and strategy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Prioritise/ sequence on value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Share clarity on direction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Track progress through OKRs and KPIs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Communicate progress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Celebrate success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Plan technical roadmaps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Keep critical knowledge in house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Outsource for resource augmentation or contained outcomes, not problems</a:t>
            </a:r>
          </a:p>
        </p:txBody>
      </p:sp>
      <p:pic>
        <p:nvPicPr>
          <p:cNvPr id="10" name="Graphic 9" descr="Group outline">
            <a:extLst>
              <a:ext uri="{FF2B5EF4-FFF2-40B4-BE49-F238E27FC236}">
                <a16:creationId xmlns:a16="http://schemas.microsoft.com/office/drawing/2014/main" id="{B5FA6333-DF1B-FD46-3A8B-E216DC83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561" y="1387443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6DDA3674-C2B7-6566-98F3-75DC20EE2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8470" y="1365931"/>
            <a:ext cx="914400" cy="914400"/>
          </a:xfrm>
          <a:prstGeom prst="rect">
            <a:avLst/>
          </a:prstGeom>
        </p:spPr>
      </p:pic>
      <p:pic>
        <p:nvPicPr>
          <p:cNvPr id="15" name="Graphic 14" descr="Lock outline">
            <a:extLst>
              <a:ext uri="{FF2B5EF4-FFF2-40B4-BE49-F238E27FC236}">
                <a16:creationId xmlns:a16="http://schemas.microsoft.com/office/drawing/2014/main" id="{A64A5ADC-FE09-63F5-660E-B416CF201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5612" y="1387443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94C062-5581-40DF-FD89-150D32A2ED58}"/>
              </a:ext>
            </a:extLst>
          </p:cNvPr>
          <p:cNvSpPr txBox="1"/>
          <p:nvPr/>
        </p:nvSpPr>
        <p:spPr>
          <a:xfrm>
            <a:off x="6784990" y="2403129"/>
            <a:ext cx="2395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FEFFFF"/>
                </a:solidFill>
                <a:latin typeface="Calibri" panose="020F0502020204030204"/>
              </a:rPr>
              <a:t>Regulation, Risk and Finance</a:t>
            </a:r>
          </a:p>
        </p:txBody>
      </p:sp>
      <p:pic>
        <p:nvPicPr>
          <p:cNvPr id="19" name="Graphic 18" descr="Chess pieces outline">
            <a:extLst>
              <a:ext uri="{FF2B5EF4-FFF2-40B4-BE49-F238E27FC236}">
                <a16:creationId xmlns:a16="http://schemas.microsoft.com/office/drawing/2014/main" id="{F799DA06-BC42-B958-523F-6BCD694F41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2972" y="1365931"/>
            <a:ext cx="914400" cy="914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271F701-B241-5AE8-E09E-4DC2C60F621B}"/>
              </a:ext>
            </a:extLst>
          </p:cNvPr>
          <p:cNvSpPr/>
          <p:nvPr/>
        </p:nvSpPr>
        <p:spPr>
          <a:xfrm>
            <a:off x="3820931" y="3329602"/>
            <a:ext cx="2743200" cy="424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Promote Growth mindset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Treat everyone with respect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Increase empathy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Coach and develop behaviours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Raise expectations and push people to improve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Define clear single-threaded owners of outcomes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Develop intrinsic motivation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Increase autonomy and empowerment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Push decisions to those with the information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Promote ‘now that’ rewards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Mentor emerging leaders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Hold tough conversations early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Talk in facts, not emotions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4A00EA-3E6E-5276-53F4-11159C280E0F}"/>
              </a:ext>
            </a:extLst>
          </p:cNvPr>
          <p:cNvSpPr/>
          <p:nvPr/>
        </p:nvSpPr>
        <p:spPr>
          <a:xfrm>
            <a:off x="6623290" y="3329602"/>
            <a:ext cx="2743200" cy="424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Securing customer data is job number zero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Service stability is job number one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Standardised processes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Run controls to test adherence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Understand regulatory commitments and processes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Achieving budget is an objective for everyone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Costs should be owned by those with influence (Product)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Understand product profitability of Tech costs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11B6ED-7EBC-58AE-E187-60ACCBCD0396}"/>
              </a:ext>
            </a:extLst>
          </p:cNvPr>
          <p:cNvSpPr/>
          <p:nvPr/>
        </p:nvSpPr>
        <p:spPr>
          <a:xfrm>
            <a:off x="9425648" y="3329602"/>
            <a:ext cx="2766352" cy="424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AI should write half of your code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</a:rPr>
              <a:t>Automate everything (SRE)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</a:rPr>
              <a:t>Security, Testing and Infrastructure as code</a:t>
            </a:r>
            <a:endParaRPr lang="en-GB" sz="1500" dirty="0">
              <a:solidFill>
                <a:srgbClr val="3C3C3B"/>
              </a:solidFill>
              <a:latin typeface="Calibri" panose="020F0502020204030204"/>
            </a:endParaRP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Build cloud native first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Build and deploy through CI/CD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Open source, no vendor lock in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Break monolithic systems down through decoupling APIs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Centralise identity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Micro front ends (SPAs)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Automation tests execute early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Shift operations work left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</a:rPr>
              <a:t>Build security testing into SDLC</a:t>
            </a:r>
          </a:p>
          <a:p>
            <a:pPr marL="144002" indent="-144002"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solidFill>
                  <a:srgbClr val="3C3C3B"/>
                </a:solidFill>
                <a:latin typeface="Calibri" panose="020F0502020204030204"/>
              </a:rPr>
              <a:t>Fail-over regularly to validate resiliency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8189FE-67D9-3F16-6C8F-ED81BD6F293D}"/>
              </a:ext>
            </a:extLst>
          </p:cNvPr>
          <p:cNvSpPr/>
          <p:nvPr/>
        </p:nvSpPr>
        <p:spPr>
          <a:xfrm>
            <a:off x="1121792" y="7700892"/>
            <a:ext cx="10911706" cy="395927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Focus on value, through a Product led mindset, obsess on the customer</a:t>
            </a:r>
          </a:p>
        </p:txBody>
      </p:sp>
    </p:spTree>
    <p:extLst>
      <p:ext uri="{BB962C8B-B14F-4D97-AF65-F5344CB8AC3E}">
        <p14:creationId xmlns:p14="http://schemas.microsoft.com/office/powerpoint/2010/main" val="146682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2445</TotalTime>
  <Words>1284</Words>
  <Application>Microsoft Office PowerPoint</Application>
  <PresentationFormat>Custom</PresentationFormat>
  <Paragraphs>174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2013 - 2022 Theme</vt:lpstr>
      <vt:lpstr>Joe Lewis - Technology Executive</vt:lpstr>
      <vt:lpstr>PowerPoint Presentation</vt:lpstr>
    </vt:vector>
  </TitlesOfParts>
  <Company>Equiniti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Joe Lewis - Technology Executive</dc:title>
  <dc:creator>Lewis, Joe</dc:creator>
  <cp:lastModifiedBy>Joe Lewis</cp:lastModifiedBy>
  <cp:revision>2</cp:revision>
  <dcterms:created xsi:type="dcterms:W3CDTF">2025-02-12T19:58:15Z</dcterms:created>
  <dcterms:modified xsi:type="dcterms:W3CDTF">2025-09-25T13:24:48Z</dcterms:modified>
</cp:coreProperties>
</file>